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2"/>
  </p:notesMasterIdLst>
  <p:handoutMasterIdLst>
    <p:handoutMasterId r:id="rId13"/>
  </p:handoutMasterIdLst>
  <p:sldIdLst>
    <p:sldId id="256" r:id="rId2"/>
    <p:sldId id="257" r:id="rId3"/>
    <p:sldId id="283" r:id="rId4"/>
    <p:sldId id="288" r:id="rId5"/>
    <p:sldId id="289" r:id="rId6"/>
    <p:sldId id="291" r:id="rId7"/>
    <p:sldId id="284" r:id="rId8"/>
    <p:sldId id="285" r:id="rId9"/>
    <p:sldId id="292" r:id="rId10"/>
    <p:sldId id="290" r:id="rId11"/>
  </p:sldIdLst>
  <p:sldSz cx="9144000" cy="6858000" type="screen4x3"/>
  <p:notesSz cx="9296400" cy="7010400"/>
  <p:defaultTextStyle>
    <a:defPPr>
      <a:defRPr lang="es-CL"/>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89F718-A864-4322-87CB-D8912A224767}" v="5" dt="2025-03-10T04:00:43.806"/>
    <p1510:client id="{30F15393-2D6F-495A-AF23-8550E23E0F6C}" v="8" dt="2025-03-10T04:22:28.21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4807" autoAdjust="0"/>
    <p:restoredTop sz="94660"/>
  </p:normalViewPr>
  <p:slideViewPr>
    <p:cSldViewPr>
      <p:cViewPr varScale="1">
        <p:scale>
          <a:sx n="61" d="100"/>
          <a:sy n="61" d="100"/>
        </p:scale>
        <p:origin x="1116" y="6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ssy Maricela Solórzano Flores" userId="d0444ea7b017c3a8" providerId="LiveId" clId="{30F15393-2D6F-495A-AF23-8550E23E0F6C}"/>
    <pc:docChg chg="custSel addSld modSld">
      <pc:chgData name="Tessy Maricela Solórzano Flores" userId="d0444ea7b017c3a8" providerId="LiveId" clId="{30F15393-2D6F-495A-AF23-8550E23E0F6C}" dt="2025-03-10T04:24:31.296" v="76" actId="20577"/>
      <pc:docMkLst>
        <pc:docMk/>
      </pc:docMkLst>
      <pc:sldChg chg="addSp delSp modSp mod">
        <pc:chgData name="Tessy Maricela Solórzano Flores" userId="d0444ea7b017c3a8" providerId="LiveId" clId="{30F15393-2D6F-495A-AF23-8550E23E0F6C}" dt="2025-03-10T04:18:50.676" v="22" actId="1076"/>
        <pc:sldMkLst>
          <pc:docMk/>
          <pc:sldMk cId="0" sldId="285"/>
        </pc:sldMkLst>
        <pc:picChg chg="add mod">
          <ac:chgData name="Tessy Maricela Solórzano Flores" userId="d0444ea7b017c3a8" providerId="LiveId" clId="{30F15393-2D6F-495A-AF23-8550E23E0F6C}" dt="2025-03-10T04:15:25.367" v="4" actId="1076"/>
          <ac:picMkLst>
            <pc:docMk/>
            <pc:sldMk cId="0" sldId="285"/>
            <ac:picMk id="3" creationId="{F12FA832-FFD0-BDCB-2067-00EBA10A2355}"/>
          </ac:picMkLst>
        </pc:picChg>
        <pc:picChg chg="add del mod">
          <ac:chgData name="Tessy Maricela Solórzano Flores" userId="d0444ea7b017c3a8" providerId="LiveId" clId="{30F15393-2D6F-495A-AF23-8550E23E0F6C}" dt="2025-03-10T04:16:24.663" v="9" actId="478"/>
          <ac:picMkLst>
            <pc:docMk/>
            <pc:sldMk cId="0" sldId="285"/>
            <ac:picMk id="5" creationId="{BD55B302-0983-C50C-DE78-11448FF678DC}"/>
          </ac:picMkLst>
        </pc:picChg>
        <pc:picChg chg="add mod">
          <ac:chgData name="Tessy Maricela Solórzano Flores" userId="d0444ea7b017c3a8" providerId="LiveId" clId="{30F15393-2D6F-495A-AF23-8550E23E0F6C}" dt="2025-03-10T04:16:28.208" v="11" actId="1076"/>
          <ac:picMkLst>
            <pc:docMk/>
            <pc:sldMk cId="0" sldId="285"/>
            <ac:picMk id="7" creationId="{AED7BE5C-7C6B-226B-A263-B8D2ED479820}"/>
          </ac:picMkLst>
        </pc:picChg>
        <pc:picChg chg="add mod modCrop">
          <ac:chgData name="Tessy Maricela Solórzano Flores" userId="d0444ea7b017c3a8" providerId="LiveId" clId="{30F15393-2D6F-495A-AF23-8550E23E0F6C}" dt="2025-03-10T04:18:17.331" v="19" actId="732"/>
          <ac:picMkLst>
            <pc:docMk/>
            <pc:sldMk cId="0" sldId="285"/>
            <ac:picMk id="9" creationId="{83DD2D9F-E408-9234-AC6B-4882A1B5EE3E}"/>
          </ac:picMkLst>
        </pc:picChg>
        <pc:picChg chg="add mod">
          <ac:chgData name="Tessy Maricela Solórzano Flores" userId="d0444ea7b017c3a8" providerId="LiveId" clId="{30F15393-2D6F-495A-AF23-8550E23E0F6C}" dt="2025-03-10T04:17:21.462" v="18" actId="1076"/>
          <ac:picMkLst>
            <pc:docMk/>
            <pc:sldMk cId="0" sldId="285"/>
            <ac:picMk id="11" creationId="{CBBA8609-2F0A-46F4-39B1-05B11D61A2FB}"/>
          </ac:picMkLst>
        </pc:picChg>
        <pc:picChg chg="add mod">
          <ac:chgData name="Tessy Maricela Solórzano Flores" userId="d0444ea7b017c3a8" providerId="LiveId" clId="{30F15393-2D6F-495A-AF23-8550E23E0F6C}" dt="2025-03-10T04:18:50.676" v="22" actId="1076"/>
          <ac:picMkLst>
            <pc:docMk/>
            <pc:sldMk cId="0" sldId="285"/>
            <ac:picMk id="13" creationId="{E9591C05-0204-472A-5C52-814E76AACC63}"/>
          </ac:picMkLst>
        </pc:picChg>
        <pc:picChg chg="del mod">
          <ac:chgData name="Tessy Maricela Solórzano Flores" userId="d0444ea7b017c3a8" providerId="LiveId" clId="{30F15393-2D6F-495A-AF23-8550E23E0F6C}" dt="2025-03-10T04:14:24.510" v="1" actId="478"/>
          <ac:picMkLst>
            <pc:docMk/>
            <pc:sldMk cId="0" sldId="285"/>
            <ac:picMk id="13316" creationId="{C5CD7756-0671-3F13-BA49-1750256B1715}"/>
          </ac:picMkLst>
        </pc:picChg>
      </pc:sldChg>
      <pc:sldChg chg="addSp delSp modSp new mod modClrScheme chgLayout">
        <pc:chgData name="Tessy Maricela Solórzano Flores" userId="d0444ea7b017c3a8" providerId="LiveId" clId="{30F15393-2D6F-495A-AF23-8550E23E0F6C}" dt="2025-03-10T04:24:31.296" v="76" actId="20577"/>
        <pc:sldMkLst>
          <pc:docMk/>
          <pc:sldMk cId="2284293738" sldId="292"/>
        </pc:sldMkLst>
        <pc:spChg chg="del">
          <ac:chgData name="Tessy Maricela Solórzano Flores" userId="d0444ea7b017c3a8" providerId="LiveId" clId="{30F15393-2D6F-495A-AF23-8550E23E0F6C}" dt="2025-03-10T04:20:33.257" v="26" actId="26606"/>
          <ac:spMkLst>
            <pc:docMk/>
            <pc:sldMk cId="2284293738" sldId="292"/>
            <ac:spMk id="2" creationId="{7EEF6755-0F1B-5262-DF0C-42A8ADB6978D}"/>
          </ac:spMkLst>
        </pc:spChg>
        <pc:spChg chg="del">
          <ac:chgData name="Tessy Maricela Solórzano Flores" userId="d0444ea7b017c3a8" providerId="LiveId" clId="{30F15393-2D6F-495A-AF23-8550E23E0F6C}" dt="2025-03-10T04:20:33.257" v="26" actId="26606"/>
          <ac:spMkLst>
            <pc:docMk/>
            <pc:sldMk cId="2284293738" sldId="292"/>
            <ac:spMk id="3" creationId="{F2A5A58D-EEA8-7206-F9CE-D54AC7C6A6FB}"/>
          </ac:spMkLst>
        </pc:spChg>
        <pc:graphicFrameChg chg="add mod modGraphic">
          <ac:chgData name="Tessy Maricela Solórzano Flores" userId="d0444ea7b017c3a8" providerId="LiveId" clId="{30F15393-2D6F-495A-AF23-8550E23E0F6C}" dt="2025-03-10T04:24:31.296" v="76" actId="20577"/>
          <ac:graphicFrameMkLst>
            <pc:docMk/>
            <pc:sldMk cId="2284293738" sldId="292"/>
            <ac:graphicFrameMk id="5" creationId="{03C75BAF-70B2-BFF0-FDCC-1345C1ED47D6}"/>
          </ac:graphicFrameMkLst>
        </pc:graphicFrameChg>
        <pc:picChg chg="add mod">
          <ac:chgData name="Tessy Maricela Solórzano Flores" userId="d0444ea7b017c3a8" providerId="LiveId" clId="{30F15393-2D6F-495A-AF23-8550E23E0F6C}" dt="2025-03-10T04:22:28.209" v="46" actId="1076"/>
          <ac:picMkLst>
            <pc:docMk/>
            <pc:sldMk cId="2284293738" sldId="292"/>
            <ac:picMk id="4" creationId="{665FCC13-954D-FFA8-5554-94ED259BCE16}"/>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encabezado">
            <a:extLst>
              <a:ext uri="{FF2B5EF4-FFF2-40B4-BE49-F238E27FC236}">
                <a16:creationId xmlns:a16="http://schemas.microsoft.com/office/drawing/2014/main" id="{CBD13CEA-4E5F-BCA7-0771-9F4E759448B8}"/>
              </a:ext>
            </a:extLst>
          </p:cNvPr>
          <p:cNvSpPr>
            <a:spLocks noGrp="1"/>
          </p:cNvSpPr>
          <p:nvPr>
            <p:ph type="hdr" sz="quarter"/>
          </p:nvPr>
        </p:nvSpPr>
        <p:spPr>
          <a:xfrm>
            <a:off x="0" y="0"/>
            <a:ext cx="4029075" cy="350838"/>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s-CL"/>
          </a:p>
        </p:txBody>
      </p:sp>
      <p:sp>
        <p:nvSpPr>
          <p:cNvPr id="3" name="2 Marcador de fecha">
            <a:extLst>
              <a:ext uri="{FF2B5EF4-FFF2-40B4-BE49-F238E27FC236}">
                <a16:creationId xmlns:a16="http://schemas.microsoft.com/office/drawing/2014/main" id="{1A0E373E-499C-4209-6C03-FD72C9F50598}"/>
              </a:ext>
            </a:extLst>
          </p:cNvPr>
          <p:cNvSpPr>
            <a:spLocks noGrp="1"/>
          </p:cNvSpPr>
          <p:nvPr>
            <p:ph type="dt" sz="quarter" idx="1"/>
          </p:nvPr>
        </p:nvSpPr>
        <p:spPr>
          <a:xfrm>
            <a:off x="5265738" y="0"/>
            <a:ext cx="4029075" cy="350838"/>
          </a:xfrm>
          <a:prstGeom prst="rect">
            <a:avLst/>
          </a:prstGeom>
        </p:spPr>
        <p:txBody>
          <a:bodyPr vert="horz" lIns="91440" tIns="45720" rIns="91440" bIns="45720" rtlCol="0"/>
          <a:lstStyle>
            <a:lvl1pPr algn="r" eaLnBrk="1" hangingPunct="1">
              <a:defRPr sz="1200">
                <a:latin typeface="Arial" charset="0"/>
              </a:defRPr>
            </a:lvl1pPr>
          </a:lstStyle>
          <a:p>
            <a:pPr>
              <a:defRPr/>
            </a:pPr>
            <a:fld id="{AD64DD28-A887-4D20-A1C5-2EE36A147E38}" type="datetimeFigureOut">
              <a:rPr lang="es-CL"/>
              <a:pPr>
                <a:defRPr/>
              </a:pPr>
              <a:t>09-03-2025</a:t>
            </a:fld>
            <a:endParaRPr lang="es-CL"/>
          </a:p>
        </p:txBody>
      </p:sp>
      <p:sp>
        <p:nvSpPr>
          <p:cNvPr id="4" name="3 Marcador de pie de página">
            <a:extLst>
              <a:ext uri="{FF2B5EF4-FFF2-40B4-BE49-F238E27FC236}">
                <a16:creationId xmlns:a16="http://schemas.microsoft.com/office/drawing/2014/main" id="{55F05618-06D3-AD84-86D6-8942BEE2CF41}"/>
              </a:ext>
            </a:extLst>
          </p:cNvPr>
          <p:cNvSpPr>
            <a:spLocks noGrp="1"/>
          </p:cNvSpPr>
          <p:nvPr>
            <p:ph type="ftr" sz="quarter" idx="2"/>
          </p:nvPr>
        </p:nvSpPr>
        <p:spPr>
          <a:xfrm>
            <a:off x="0" y="6657975"/>
            <a:ext cx="4029075" cy="350838"/>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s-CL"/>
          </a:p>
        </p:txBody>
      </p:sp>
      <p:sp>
        <p:nvSpPr>
          <p:cNvPr id="5" name="4 Marcador de número de diapositiva">
            <a:extLst>
              <a:ext uri="{FF2B5EF4-FFF2-40B4-BE49-F238E27FC236}">
                <a16:creationId xmlns:a16="http://schemas.microsoft.com/office/drawing/2014/main" id="{6D5DD057-28A3-BAE7-7182-69AE49B362F0}"/>
              </a:ext>
            </a:extLst>
          </p:cNvPr>
          <p:cNvSpPr>
            <a:spLocks noGrp="1"/>
          </p:cNvSpPr>
          <p:nvPr>
            <p:ph type="sldNum" sz="quarter" idx="3"/>
          </p:nvPr>
        </p:nvSpPr>
        <p:spPr>
          <a:xfrm>
            <a:off x="5265738" y="6657975"/>
            <a:ext cx="4029075" cy="350838"/>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07F01F4F-2375-4C34-B979-6A097AC83E63}" type="slidenum">
              <a:rPr lang="es-CL" altLang="es-HN"/>
              <a:pPr/>
              <a:t>‹Nº›</a:t>
            </a:fld>
            <a:endParaRPr lang="es-CL" altLang="es-H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93BC090C-ABEA-36C7-B835-84844B66367C}"/>
              </a:ext>
            </a:extLst>
          </p:cNvPr>
          <p:cNvSpPr>
            <a:spLocks noGrp="1" noChangeArrowheads="1"/>
          </p:cNvSpPr>
          <p:nvPr>
            <p:ph type="hdr" sz="quarter"/>
          </p:nvPr>
        </p:nvSpPr>
        <p:spPr bwMode="auto">
          <a:xfrm>
            <a:off x="0" y="0"/>
            <a:ext cx="4029075" cy="3508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eaLnBrk="1" hangingPunct="1">
              <a:defRPr sz="1200">
                <a:latin typeface="Arial" charset="0"/>
              </a:defRPr>
            </a:lvl1pPr>
          </a:lstStyle>
          <a:p>
            <a:pPr>
              <a:defRPr/>
            </a:pPr>
            <a:endParaRPr lang="es-CL"/>
          </a:p>
        </p:txBody>
      </p:sp>
      <p:sp>
        <p:nvSpPr>
          <p:cNvPr id="3075" name="Rectangle 3">
            <a:extLst>
              <a:ext uri="{FF2B5EF4-FFF2-40B4-BE49-F238E27FC236}">
                <a16:creationId xmlns:a16="http://schemas.microsoft.com/office/drawing/2014/main" id="{BB51FE95-B9CD-F805-BE77-B7E5A6664B7D}"/>
              </a:ext>
            </a:extLst>
          </p:cNvPr>
          <p:cNvSpPr>
            <a:spLocks noGrp="1" noChangeArrowheads="1"/>
          </p:cNvSpPr>
          <p:nvPr>
            <p:ph type="dt" idx="1"/>
          </p:nvPr>
        </p:nvSpPr>
        <p:spPr bwMode="auto">
          <a:xfrm>
            <a:off x="5265738" y="0"/>
            <a:ext cx="4029075" cy="3508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eaLnBrk="1" hangingPunct="1">
              <a:defRPr sz="1200">
                <a:latin typeface="Arial" charset="0"/>
              </a:defRPr>
            </a:lvl1pPr>
          </a:lstStyle>
          <a:p>
            <a:pPr>
              <a:defRPr/>
            </a:pPr>
            <a:endParaRPr lang="es-CL"/>
          </a:p>
        </p:txBody>
      </p:sp>
      <p:sp>
        <p:nvSpPr>
          <p:cNvPr id="3076" name="Rectangle 4">
            <a:extLst>
              <a:ext uri="{FF2B5EF4-FFF2-40B4-BE49-F238E27FC236}">
                <a16:creationId xmlns:a16="http://schemas.microsoft.com/office/drawing/2014/main" id="{7B9DC81B-07E5-5F39-ED45-D25C4321FBAF}"/>
              </a:ext>
            </a:extLst>
          </p:cNvPr>
          <p:cNvSpPr>
            <a:spLocks noGrp="1" noRot="1" noChangeAspect="1" noChangeArrowheads="1" noTextEdit="1"/>
          </p:cNvSpPr>
          <p:nvPr>
            <p:ph type="sldImg" idx="2"/>
          </p:nvPr>
        </p:nvSpPr>
        <p:spPr bwMode="auto">
          <a:xfrm>
            <a:off x="2895600" y="525463"/>
            <a:ext cx="3505200" cy="26289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A7AFC28F-CF12-8D73-D434-B8527EBE6932}"/>
              </a:ext>
            </a:extLst>
          </p:cNvPr>
          <p:cNvSpPr>
            <a:spLocks noGrp="1" noChangeArrowheads="1"/>
          </p:cNvSpPr>
          <p:nvPr>
            <p:ph type="body" sz="quarter" idx="3"/>
          </p:nvPr>
        </p:nvSpPr>
        <p:spPr bwMode="auto">
          <a:xfrm>
            <a:off x="930275" y="3330575"/>
            <a:ext cx="7435850" cy="3154363"/>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s-CL" noProof="0"/>
              <a:t>Haga clic para modificar el estilo de texto del patrón</a:t>
            </a:r>
          </a:p>
          <a:p>
            <a:pPr lvl="1"/>
            <a:r>
              <a:rPr lang="es-CL" noProof="0"/>
              <a:t>Segundo nivel</a:t>
            </a:r>
          </a:p>
          <a:p>
            <a:pPr lvl="2"/>
            <a:r>
              <a:rPr lang="es-CL" noProof="0"/>
              <a:t>Tercer nivel</a:t>
            </a:r>
          </a:p>
          <a:p>
            <a:pPr lvl="3"/>
            <a:r>
              <a:rPr lang="es-CL" noProof="0"/>
              <a:t>Cuarto nivel</a:t>
            </a:r>
          </a:p>
          <a:p>
            <a:pPr lvl="4"/>
            <a:r>
              <a:rPr lang="es-CL" noProof="0"/>
              <a:t>Quinto nivel</a:t>
            </a:r>
          </a:p>
        </p:txBody>
      </p:sp>
      <p:sp>
        <p:nvSpPr>
          <p:cNvPr id="3078" name="Rectangle 6">
            <a:extLst>
              <a:ext uri="{FF2B5EF4-FFF2-40B4-BE49-F238E27FC236}">
                <a16:creationId xmlns:a16="http://schemas.microsoft.com/office/drawing/2014/main" id="{6ACD3E29-F1D2-1CD8-EBBB-B40017157469}"/>
              </a:ext>
            </a:extLst>
          </p:cNvPr>
          <p:cNvSpPr>
            <a:spLocks noGrp="1" noChangeArrowheads="1"/>
          </p:cNvSpPr>
          <p:nvPr>
            <p:ph type="ftr" sz="quarter" idx="4"/>
          </p:nvPr>
        </p:nvSpPr>
        <p:spPr bwMode="auto">
          <a:xfrm>
            <a:off x="0" y="6657975"/>
            <a:ext cx="4029075" cy="3508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eaLnBrk="1" hangingPunct="1">
              <a:defRPr sz="1200">
                <a:latin typeface="Arial" charset="0"/>
              </a:defRPr>
            </a:lvl1pPr>
          </a:lstStyle>
          <a:p>
            <a:pPr>
              <a:defRPr/>
            </a:pPr>
            <a:endParaRPr lang="es-CL"/>
          </a:p>
        </p:txBody>
      </p:sp>
      <p:sp>
        <p:nvSpPr>
          <p:cNvPr id="3079" name="Rectangle 7">
            <a:extLst>
              <a:ext uri="{FF2B5EF4-FFF2-40B4-BE49-F238E27FC236}">
                <a16:creationId xmlns:a16="http://schemas.microsoft.com/office/drawing/2014/main" id="{126BB372-8CCC-C816-400B-68AB735FF21B}"/>
              </a:ext>
            </a:extLst>
          </p:cNvPr>
          <p:cNvSpPr>
            <a:spLocks noGrp="1" noChangeArrowheads="1"/>
          </p:cNvSpPr>
          <p:nvPr>
            <p:ph type="sldNum" sz="quarter" idx="5"/>
          </p:nvPr>
        </p:nvSpPr>
        <p:spPr bwMode="auto">
          <a:xfrm>
            <a:off x="5265738" y="6657975"/>
            <a:ext cx="4029075" cy="3508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eaLnBrk="1" hangingPunct="1">
              <a:defRPr sz="1200"/>
            </a:lvl1pPr>
          </a:lstStyle>
          <a:p>
            <a:fld id="{F8816914-4947-474C-A0A5-250028742F06}" type="slidenum">
              <a:rPr lang="es-CL" altLang="es-HN"/>
              <a:pPr/>
              <a:t>‹Nº›</a:t>
            </a:fld>
            <a:endParaRPr lang="es-CL" altLang="es-HN"/>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FE22A10-E039-D927-0E41-3B57514ABA1B}"/>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D93F30F5-CAA1-D53C-1898-11C7A61855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HN">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1 Marcador de imagen de diapositiva">
            <a:extLst>
              <a:ext uri="{FF2B5EF4-FFF2-40B4-BE49-F238E27FC236}">
                <a16:creationId xmlns:a16="http://schemas.microsoft.com/office/drawing/2014/main" id="{4F4A70DD-D804-DE5E-5B2F-BAA9830F34AD}"/>
              </a:ext>
            </a:extLst>
          </p:cNvPr>
          <p:cNvSpPr>
            <a:spLocks noGrp="1" noRot="1" noChangeAspect="1" noTextEdit="1"/>
          </p:cNvSpPr>
          <p:nvPr>
            <p:ph type="sldImg"/>
          </p:nvPr>
        </p:nvSpPr>
        <p:spPr>
          <a:ln/>
        </p:spPr>
      </p:sp>
      <p:sp>
        <p:nvSpPr>
          <p:cNvPr id="15363" name="2 Marcador de notas">
            <a:extLst>
              <a:ext uri="{FF2B5EF4-FFF2-40B4-BE49-F238E27FC236}">
                <a16:creationId xmlns:a16="http://schemas.microsoft.com/office/drawing/2014/main" id="{8ADE4FD6-B730-5F0B-EE59-1A420A8F5EF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HN" altLang="es-H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 name="Line 2">
            <a:extLst>
              <a:ext uri="{FF2B5EF4-FFF2-40B4-BE49-F238E27FC236}">
                <a16:creationId xmlns:a16="http://schemas.microsoft.com/office/drawing/2014/main" id="{60599648-05A0-3FFD-E572-F9712E2F80F7}"/>
              </a:ext>
            </a:extLst>
          </p:cNvPr>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 name="Group 8">
            <a:extLst>
              <a:ext uri="{FF2B5EF4-FFF2-40B4-BE49-F238E27FC236}">
                <a16:creationId xmlns:a16="http://schemas.microsoft.com/office/drawing/2014/main" id="{94950F9B-9AF6-90B2-6B05-57670F89392E}"/>
              </a:ext>
            </a:extLst>
          </p:cNvPr>
          <p:cNvGrpSpPr>
            <a:grpSpLocks/>
          </p:cNvGrpSpPr>
          <p:nvPr/>
        </p:nvGrpSpPr>
        <p:grpSpPr bwMode="auto">
          <a:xfrm>
            <a:off x="7493000" y="2992438"/>
            <a:ext cx="1338263" cy="2189162"/>
            <a:chOff x="4704" y="1885"/>
            <a:chExt cx="843" cy="1379"/>
          </a:xfrm>
        </p:grpSpPr>
        <p:sp>
          <p:nvSpPr>
            <p:cNvPr id="4" name="Oval 9">
              <a:extLst>
                <a:ext uri="{FF2B5EF4-FFF2-40B4-BE49-F238E27FC236}">
                  <a16:creationId xmlns:a16="http://schemas.microsoft.com/office/drawing/2014/main" id="{946E9DAF-23A9-AF8B-0116-79ACC1B5E9B4}"/>
                </a:ext>
              </a:extLst>
            </p:cNvPr>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5" name="Oval 10">
              <a:extLst>
                <a:ext uri="{FF2B5EF4-FFF2-40B4-BE49-F238E27FC236}">
                  <a16:creationId xmlns:a16="http://schemas.microsoft.com/office/drawing/2014/main" id="{7C846AD0-8313-0E5E-14F9-7A968F41ED06}"/>
                </a:ext>
              </a:extLst>
            </p:cNvPr>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6" name="Oval 11">
              <a:extLst>
                <a:ext uri="{FF2B5EF4-FFF2-40B4-BE49-F238E27FC236}">
                  <a16:creationId xmlns:a16="http://schemas.microsoft.com/office/drawing/2014/main" id="{3ACCED01-EE88-72B3-E83A-93F337400A85}"/>
                </a:ext>
              </a:extLst>
            </p:cNvPr>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7" name="Oval 12">
              <a:extLst>
                <a:ext uri="{FF2B5EF4-FFF2-40B4-BE49-F238E27FC236}">
                  <a16:creationId xmlns:a16="http://schemas.microsoft.com/office/drawing/2014/main" id="{22A670C1-5B89-23E6-FD11-7F16538E8430}"/>
                </a:ext>
              </a:extLst>
            </p:cNvPr>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8" name="Oval 13">
              <a:extLst>
                <a:ext uri="{FF2B5EF4-FFF2-40B4-BE49-F238E27FC236}">
                  <a16:creationId xmlns:a16="http://schemas.microsoft.com/office/drawing/2014/main" id="{3556C76E-6D42-1E33-C27F-B1CDBC6D9BB6}"/>
                </a:ext>
              </a:extLst>
            </p:cNvPr>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9" name="Oval 14">
              <a:extLst>
                <a:ext uri="{FF2B5EF4-FFF2-40B4-BE49-F238E27FC236}">
                  <a16:creationId xmlns:a16="http://schemas.microsoft.com/office/drawing/2014/main" id="{FF03B062-C6EA-6328-93D3-5DE736821165}"/>
                </a:ext>
              </a:extLst>
            </p:cNvPr>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 name="Oval 15">
              <a:extLst>
                <a:ext uri="{FF2B5EF4-FFF2-40B4-BE49-F238E27FC236}">
                  <a16:creationId xmlns:a16="http://schemas.microsoft.com/office/drawing/2014/main" id="{5CB83915-84F5-40C0-B465-8B945050E043}"/>
                </a:ext>
              </a:extLst>
            </p:cNvPr>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1" name="Oval 16">
              <a:extLst>
                <a:ext uri="{FF2B5EF4-FFF2-40B4-BE49-F238E27FC236}">
                  <a16:creationId xmlns:a16="http://schemas.microsoft.com/office/drawing/2014/main" id="{BC77405A-841F-C903-9793-82C36B93EBC6}"/>
                </a:ext>
              </a:extLst>
            </p:cNvPr>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2" name="Oval 17">
              <a:extLst>
                <a:ext uri="{FF2B5EF4-FFF2-40B4-BE49-F238E27FC236}">
                  <a16:creationId xmlns:a16="http://schemas.microsoft.com/office/drawing/2014/main" id="{9B131363-88EF-7D34-C421-8C72D33E96C9}"/>
                </a:ext>
              </a:extLst>
            </p:cNvPr>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3" name="Oval 18">
              <a:extLst>
                <a:ext uri="{FF2B5EF4-FFF2-40B4-BE49-F238E27FC236}">
                  <a16:creationId xmlns:a16="http://schemas.microsoft.com/office/drawing/2014/main" id="{22E99002-6137-B4FF-47E2-5D0A546B0DDA}"/>
                </a:ext>
              </a:extLst>
            </p:cNvPr>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4" name="Oval 19">
              <a:extLst>
                <a:ext uri="{FF2B5EF4-FFF2-40B4-BE49-F238E27FC236}">
                  <a16:creationId xmlns:a16="http://schemas.microsoft.com/office/drawing/2014/main" id="{A89F4B44-1BC6-9DA5-8DC2-0FD9BFC0EE2D}"/>
                </a:ext>
              </a:extLst>
            </p:cNvPr>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5" name="Oval 20">
              <a:extLst>
                <a:ext uri="{FF2B5EF4-FFF2-40B4-BE49-F238E27FC236}">
                  <a16:creationId xmlns:a16="http://schemas.microsoft.com/office/drawing/2014/main" id="{5A903137-BD05-1528-34FE-82FFDAE57C8E}"/>
                </a:ext>
              </a:extLst>
            </p:cNvPr>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6" name="Oval 21">
              <a:extLst>
                <a:ext uri="{FF2B5EF4-FFF2-40B4-BE49-F238E27FC236}">
                  <a16:creationId xmlns:a16="http://schemas.microsoft.com/office/drawing/2014/main" id="{C85B52DE-486E-9BAA-DF64-1DFC09E4F26F}"/>
                </a:ext>
              </a:extLst>
            </p:cNvPr>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7" name="Oval 22">
              <a:extLst>
                <a:ext uri="{FF2B5EF4-FFF2-40B4-BE49-F238E27FC236}">
                  <a16:creationId xmlns:a16="http://schemas.microsoft.com/office/drawing/2014/main" id="{F6B7A0C5-CBDF-E10F-69CD-6A45EC2E7F27}"/>
                </a:ext>
              </a:extLst>
            </p:cNvPr>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8" name="Oval 23">
              <a:extLst>
                <a:ext uri="{FF2B5EF4-FFF2-40B4-BE49-F238E27FC236}">
                  <a16:creationId xmlns:a16="http://schemas.microsoft.com/office/drawing/2014/main" id="{0DADE470-48AB-2462-69BA-AC610E2547D6}"/>
                </a:ext>
              </a:extLst>
            </p:cNvPr>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9" name="Oval 24">
              <a:extLst>
                <a:ext uri="{FF2B5EF4-FFF2-40B4-BE49-F238E27FC236}">
                  <a16:creationId xmlns:a16="http://schemas.microsoft.com/office/drawing/2014/main" id="{A9D1BF75-D0DE-E350-88A0-557E623EC389}"/>
                </a:ext>
              </a:extLst>
            </p:cNvPr>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20" name="Oval 25">
              <a:extLst>
                <a:ext uri="{FF2B5EF4-FFF2-40B4-BE49-F238E27FC236}">
                  <a16:creationId xmlns:a16="http://schemas.microsoft.com/office/drawing/2014/main" id="{A1CED36E-E035-E767-E5C2-7FE04F5C0DD7}"/>
                </a:ext>
              </a:extLst>
            </p:cNvPr>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21" name="Oval 26">
              <a:extLst>
                <a:ext uri="{FF2B5EF4-FFF2-40B4-BE49-F238E27FC236}">
                  <a16:creationId xmlns:a16="http://schemas.microsoft.com/office/drawing/2014/main" id="{8621070D-0925-5F89-B0BC-F3ABE702D070}"/>
                </a:ext>
              </a:extLst>
            </p:cNvPr>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22" name="Oval 27">
              <a:extLst>
                <a:ext uri="{FF2B5EF4-FFF2-40B4-BE49-F238E27FC236}">
                  <a16:creationId xmlns:a16="http://schemas.microsoft.com/office/drawing/2014/main" id="{7864A002-D165-C607-16D8-79ABB1A8BCB6}"/>
                </a:ext>
              </a:extLst>
            </p:cNvPr>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23" name="Oval 28">
              <a:extLst>
                <a:ext uri="{FF2B5EF4-FFF2-40B4-BE49-F238E27FC236}">
                  <a16:creationId xmlns:a16="http://schemas.microsoft.com/office/drawing/2014/main" id="{8E2DCDF9-684E-F6D0-C6FD-DCA159ECD75B}"/>
                </a:ext>
              </a:extLst>
            </p:cNvPr>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24" name="Oval 29">
              <a:extLst>
                <a:ext uri="{FF2B5EF4-FFF2-40B4-BE49-F238E27FC236}">
                  <a16:creationId xmlns:a16="http://schemas.microsoft.com/office/drawing/2014/main" id="{947FB19B-484E-0AE9-F2BC-749DA78D42DF}"/>
                </a:ext>
              </a:extLst>
            </p:cNvPr>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25" name="Oval 30">
              <a:extLst>
                <a:ext uri="{FF2B5EF4-FFF2-40B4-BE49-F238E27FC236}">
                  <a16:creationId xmlns:a16="http://schemas.microsoft.com/office/drawing/2014/main" id="{9895CE14-23CC-584E-841E-B347F76AB3FA}"/>
                </a:ext>
              </a:extLst>
            </p:cNvPr>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26" name="Oval 31">
              <a:extLst>
                <a:ext uri="{FF2B5EF4-FFF2-40B4-BE49-F238E27FC236}">
                  <a16:creationId xmlns:a16="http://schemas.microsoft.com/office/drawing/2014/main" id="{FBD846F1-24C6-9752-A278-E4966DCE96C6}"/>
                </a:ext>
              </a:extLst>
            </p:cNvPr>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27" name="Oval 32">
              <a:extLst>
                <a:ext uri="{FF2B5EF4-FFF2-40B4-BE49-F238E27FC236}">
                  <a16:creationId xmlns:a16="http://schemas.microsoft.com/office/drawing/2014/main" id="{2B423A51-0D30-ECC3-7112-BC9DB229CA69}"/>
                </a:ext>
              </a:extLst>
            </p:cNvPr>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28" name="Oval 33">
              <a:extLst>
                <a:ext uri="{FF2B5EF4-FFF2-40B4-BE49-F238E27FC236}">
                  <a16:creationId xmlns:a16="http://schemas.microsoft.com/office/drawing/2014/main" id="{1A7A82E5-8E3E-BCF0-CE0D-CBC6782724F9}"/>
                </a:ext>
              </a:extLst>
            </p:cNvPr>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29" name="Oval 34">
              <a:extLst>
                <a:ext uri="{FF2B5EF4-FFF2-40B4-BE49-F238E27FC236}">
                  <a16:creationId xmlns:a16="http://schemas.microsoft.com/office/drawing/2014/main" id="{38B1A2CF-58E4-51FE-2D35-BBA73894E6AD}"/>
                </a:ext>
              </a:extLst>
            </p:cNvPr>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30" name="Oval 35">
              <a:extLst>
                <a:ext uri="{FF2B5EF4-FFF2-40B4-BE49-F238E27FC236}">
                  <a16:creationId xmlns:a16="http://schemas.microsoft.com/office/drawing/2014/main" id="{17F33D0D-0F4B-660D-9E33-12D8E9EF5036}"/>
                </a:ext>
              </a:extLst>
            </p:cNvPr>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31" name="Oval 36">
              <a:extLst>
                <a:ext uri="{FF2B5EF4-FFF2-40B4-BE49-F238E27FC236}">
                  <a16:creationId xmlns:a16="http://schemas.microsoft.com/office/drawing/2014/main" id="{380ABF1B-1423-1E90-DA6B-FB1E544D5384}"/>
                </a:ext>
              </a:extLst>
            </p:cNvPr>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32" name="Oval 37">
              <a:extLst>
                <a:ext uri="{FF2B5EF4-FFF2-40B4-BE49-F238E27FC236}">
                  <a16:creationId xmlns:a16="http://schemas.microsoft.com/office/drawing/2014/main" id="{4F386148-D84B-AB1C-7A3C-73FAAE025C5C}"/>
                </a:ext>
              </a:extLst>
            </p:cNvPr>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33" name="Oval 38">
              <a:extLst>
                <a:ext uri="{FF2B5EF4-FFF2-40B4-BE49-F238E27FC236}">
                  <a16:creationId xmlns:a16="http://schemas.microsoft.com/office/drawing/2014/main" id="{AA322973-D32C-7D49-2934-3C093C50DBC6}"/>
                </a:ext>
              </a:extLst>
            </p:cNvPr>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34" name="Oval 39">
              <a:extLst>
                <a:ext uri="{FF2B5EF4-FFF2-40B4-BE49-F238E27FC236}">
                  <a16:creationId xmlns:a16="http://schemas.microsoft.com/office/drawing/2014/main" id="{5D65D533-7FF3-D75E-2FE1-74BC11C7D4AF}"/>
                </a:ext>
              </a:extLst>
            </p:cNvPr>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grpSp>
      <p:sp>
        <p:nvSpPr>
          <p:cNvPr id="35" name="Line 40">
            <a:extLst>
              <a:ext uri="{FF2B5EF4-FFF2-40B4-BE49-F238E27FC236}">
                <a16:creationId xmlns:a16="http://schemas.microsoft.com/office/drawing/2014/main" id="{35A4310F-9CB7-5AF9-17AB-8926881098B7}"/>
              </a:ext>
            </a:extLst>
          </p:cNvPr>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83" name="Rectangle 3"/>
          <p:cNvSpPr>
            <a:spLocks noGrp="1" noChangeArrowheads="1"/>
          </p:cNvSpPr>
          <p:nvPr>
            <p:ph type="ctrTitle"/>
          </p:nvPr>
        </p:nvSpPr>
        <p:spPr>
          <a:xfrm>
            <a:off x="315913" y="466725"/>
            <a:ext cx="6781800" cy="2133600"/>
          </a:xfrm>
        </p:spPr>
        <p:txBody>
          <a:bodyPr/>
          <a:lstStyle>
            <a:lvl1pPr algn="r">
              <a:defRPr sz="4800"/>
            </a:lvl1pPr>
          </a:lstStyle>
          <a:p>
            <a:r>
              <a:rPr lang="es-CL" altLang="en-US"/>
              <a:t>Haga clic para cambiar el estilo de título	</a:t>
            </a:r>
          </a:p>
        </p:txBody>
      </p:sp>
      <p:sp>
        <p:nvSpPr>
          <p:cNvPr id="46084"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200"/>
            </a:lvl1pPr>
          </a:lstStyle>
          <a:p>
            <a:r>
              <a:rPr lang="es-CL" altLang="en-US"/>
              <a:t>Haga clic para modificar el estilo de subtítulo del patrón</a:t>
            </a:r>
          </a:p>
        </p:txBody>
      </p:sp>
      <p:sp>
        <p:nvSpPr>
          <p:cNvPr id="36" name="Rectangle 5">
            <a:extLst>
              <a:ext uri="{FF2B5EF4-FFF2-40B4-BE49-F238E27FC236}">
                <a16:creationId xmlns:a16="http://schemas.microsoft.com/office/drawing/2014/main" id="{E4E832F4-D192-2F6D-6F95-221BCD01DE3C}"/>
              </a:ext>
            </a:extLst>
          </p:cNvPr>
          <p:cNvSpPr>
            <a:spLocks noGrp="1" noChangeArrowheads="1"/>
          </p:cNvSpPr>
          <p:nvPr>
            <p:ph type="dt" sz="half" idx="10"/>
          </p:nvPr>
        </p:nvSpPr>
        <p:spPr/>
        <p:txBody>
          <a:bodyPr/>
          <a:lstStyle>
            <a:lvl1pPr>
              <a:defRPr/>
            </a:lvl1pPr>
          </a:lstStyle>
          <a:p>
            <a:pPr>
              <a:defRPr/>
            </a:pPr>
            <a:endParaRPr lang="es-CL" altLang="en-US"/>
          </a:p>
        </p:txBody>
      </p:sp>
      <p:sp>
        <p:nvSpPr>
          <p:cNvPr id="37" name="Rectangle 6">
            <a:extLst>
              <a:ext uri="{FF2B5EF4-FFF2-40B4-BE49-F238E27FC236}">
                <a16:creationId xmlns:a16="http://schemas.microsoft.com/office/drawing/2014/main" id="{894259B0-21E7-524A-B41C-45C7EC036445}"/>
              </a:ext>
            </a:extLst>
          </p:cNvPr>
          <p:cNvSpPr>
            <a:spLocks noGrp="1" noChangeArrowheads="1"/>
          </p:cNvSpPr>
          <p:nvPr>
            <p:ph type="ftr" sz="quarter" idx="11"/>
          </p:nvPr>
        </p:nvSpPr>
        <p:spPr/>
        <p:txBody>
          <a:bodyPr/>
          <a:lstStyle>
            <a:lvl1pPr>
              <a:defRPr/>
            </a:lvl1pPr>
          </a:lstStyle>
          <a:p>
            <a:pPr>
              <a:defRPr/>
            </a:pPr>
            <a:r>
              <a:rPr lang="es-CL" altLang="en-US"/>
              <a:t>www.centropsicologos.cl</a:t>
            </a:r>
          </a:p>
        </p:txBody>
      </p:sp>
      <p:sp>
        <p:nvSpPr>
          <p:cNvPr id="38" name="Rectangle 7">
            <a:extLst>
              <a:ext uri="{FF2B5EF4-FFF2-40B4-BE49-F238E27FC236}">
                <a16:creationId xmlns:a16="http://schemas.microsoft.com/office/drawing/2014/main" id="{8F58834B-D63A-D4D8-8E2C-C17E329B8FED}"/>
              </a:ext>
            </a:extLst>
          </p:cNvPr>
          <p:cNvSpPr>
            <a:spLocks noGrp="1" noChangeArrowheads="1"/>
          </p:cNvSpPr>
          <p:nvPr>
            <p:ph type="sldNum" sz="quarter" idx="12"/>
          </p:nvPr>
        </p:nvSpPr>
        <p:spPr/>
        <p:txBody>
          <a:bodyPr/>
          <a:lstStyle>
            <a:lvl1pPr>
              <a:defRPr/>
            </a:lvl1pPr>
          </a:lstStyle>
          <a:p>
            <a:fld id="{C0B75877-7275-49C5-9BCB-236B80CF8DCD}" type="slidenum">
              <a:rPr lang="es-CL" altLang="en-US"/>
              <a:pPr/>
              <a:t>‹Nº›</a:t>
            </a:fld>
            <a:endParaRPr lang="es-CL" altLang="en-US"/>
          </a:p>
        </p:txBody>
      </p:sp>
    </p:spTree>
    <p:extLst>
      <p:ext uri="{BB962C8B-B14F-4D97-AF65-F5344CB8AC3E}">
        <p14:creationId xmlns:p14="http://schemas.microsoft.com/office/powerpoint/2010/main" val="2566802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5">
            <a:extLst>
              <a:ext uri="{FF2B5EF4-FFF2-40B4-BE49-F238E27FC236}">
                <a16:creationId xmlns:a16="http://schemas.microsoft.com/office/drawing/2014/main" id="{B44E14CC-5F16-1EC3-4BC6-6E2DFFCB259D}"/>
              </a:ext>
            </a:extLst>
          </p:cNvPr>
          <p:cNvSpPr>
            <a:spLocks noGrp="1" noChangeArrowheads="1"/>
          </p:cNvSpPr>
          <p:nvPr>
            <p:ph type="dt" sz="half" idx="10"/>
          </p:nvPr>
        </p:nvSpPr>
        <p:spPr>
          <a:ln/>
        </p:spPr>
        <p:txBody>
          <a:bodyPr/>
          <a:lstStyle>
            <a:lvl1pPr>
              <a:defRPr/>
            </a:lvl1pPr>
          </a:lstStyle>
          <a:p>
            <a:pPr>
              <a:defRPr/>
            </a:pPr>
            <a:endParaRPr lang="es-CL" altLang="en-US"/>
          </a:p>
        </p:txBody>
      </p:sp>
      <p:sp>
        <p:nvSpPr>
          <p:cNvPr id="5" name="Rectangle 6">
            <a:extLst>
              <a:ext uri="{FF2B5EF4-FFF2-40B4-BE49-F238E27FC236}">
                <a16:creationId xmlns:a16="http://schemas.microsoft.com/office/drawing/2014/main" id="{ADECE730-5A08-06FB-4886-A9A370356D69}"/>
              </a:ext>
            </a:extLst>
          </p:cNvPr>
          <p:cNvSpPr>
            <a:spLocks noGrp="1" noChangeArrowheads="1"/>
          </p:cNvSpPr>
          <p:nvPr>
            <p:ph type="ftr" sz="quarter" idx="11"/>
          </p:nvPr>
        </p:nvSpPr>
        <p:spPr>
          <a:ln/>
        </p:spPr>
        <p:txBody>
          <a:bodyPr/>
          <a:lstStyle>
            <a:lvl1pPr>
              <a:defRPr/>
            </a:lvl1pPr>
          </a:lstStyle>
          <a:p>
            <a:pPr>
              <a:defRPr/>
            </a:pPr>
            <a:r>
              <a:rPr lang="es-CL" altLang="en-US"/>
              <a:t>www.centropsicologos.cl</a:t>
            </a:r>
          </a:p>
        </p:txBody>
      </p:sp>
      <p:sp>
        <p:nvSpPr>
          <p:cNvPr id="6" name="Rectangle 7">
            <a:extLst>
              <a:ext uri="{FF2B5EF4-FFF2-40B4-BE49-F238E27FC236}">
                <a16:creationId xmlns:a16="http://schemas.microsoft.com/office/drawing/2014/main" id="{98EAF659-B5F7-BBF0-4E18-46B5E6297704}"/>
              </a:ext>
            </a:extLst>
          </p:cNvPr>
          <p:cNvSpPr>
            <a:spLocks noGrp="1" noChangeArrowheads="1"/>
          </p:cNvSpPr>
          <p:nvPr>
            <p:ph type="sldNum" sz="quarter" idx="12"/>
          </p:nvPr>
        </p:nvSpPr>
        <p:spPr>
          <a:ln/>
        </p:spPr>
        <p:txBody>
          <a:bodyPr/>
          <a:lstStyle>
            <a:lvl1pPr>
              <a:defRPr/>
            </a:lvl1pPr>
          </a:lstStyle>
          <a:p>
            <a:fld id="{8B106B40-1D79-4F11-AA83-E55CC4611579}" type="slidenum">
              <a:rPr lang="es-CL" altLang="en-US"/>
              <a:pPr/>
              <a:t>‹Nº›</a:t>
            </a:fld>
            <a:endParaRPr lang="es-CL" altLang="en-US"/>
          </a:p>
        </p:txBody>
      </p:sp>
    </p:spTree>
    <p:extLst>
      <p:ext uri="{BB962C8B-B14F-4D97-AF65-F5344CB8AC3E}">
        <p14:creationId xmlns:p14="http://schemas.microsoft.com/office/powerpoint/2010/main" val="2536024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5"/>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5">
            <a:extLst>
              <a:ext uri="{FF2B5EF4-FFF2-40B4-BE49-F238E27FC236}">
                <a16:creationId xmlns:a16="http://schemas.microsoft.com/office/drawing/2014/main" id="{177F346D-FA29-019D-D6D0-D9EAABC2AB05}"/>
              </a:ext>
            </a:extLst>
          </p:cNvPr>
          <p:cNvSpPr>
            <a:spLocks noGrp="1" noChangeArrowheads="1"/>
          </p:cNvSpPr>
          <p:nvPr>
            <p:ph type="dt" sz="half" idx="10"/>
          </p:nvPr>
        </p:nvSpPr>
        <p:spPr>
          <a:ln/>
        </p:spPr>
        <p:txBody>
          <a:bodyPr/>
          <a:lstStyle>
            <a:lvl1pPr>
              <a:defRPr/>
            </a:lvl1pPr>
          </a:lstStyle>
          <a:p>
            <a:pPr>
              <a:defRPr/>
            </a:pPr>
            <a:endParaRPr lang="es-CL" altLang="en-US"/>
          </a:p>
        </p:txBody>
      </p:sp>
      <p:sp>
        <p:nvSpPr>
          <p:cNvPr id="5" name="Rectangle 6">
            <a:extLst>
              <a:ext uri="{FF2B5EF4-FFF2-40B4-BE49-F238E27FC236}">
                <a16:creationId xmlns:a16="http://schemas.microsoft.com/office/drawing/2014/main" id="{1BAA0B9B-2745-DB72-2C33-9C887A7487B7}"/>
              </a:ext>
            </a:extLst>
          </p:cNvPr>
          <p:cNvSpPr>
            <a:spLocks noGrp="1" noChangeArrowheads="1"/>
          </p:cNvSpPr>
          <p:nvPr>
            <p:ph type="ftr" sz="quarter" idx="11"/>
          </p:nvPr>
        </p:nvSpPr>
        <p:spPr>
          <a:ln/>
        </p:spPr>
        <p:txBody>
          <a:bodyPr/>
          <a:lstStyle>
            <a:lvl1pPr>
              <a:defRPr/>
            </a:lvl1pPr>
          </a:lstStyle>
          <a:p>
            <a:pPr>
              <a:defRPr/>
            </a:pPr>
            <a:r>
              <a:rPr lang="es-CL" altLang="en-US"/>
              <a:t>www.centropsicologos.cl</a:t>
            </a:r>
          </a:p>
        </p:txBody>
      </p:sp>
      <p:sp>
        <p:nvSpPr>
          <p:cNvPr id="6" name="Rectangle 7">
            <a:extLst>
              <a:ext uri="{FF2B5EF4-FFF2-40B4-BE49-F238E27FC236}">
                <a16:creationId xmlns:a16="http://schemas.microsoft.com/office/drawing/2014/main" id="{AE2A898D-91B2-F4E1-1468-B135D5B42E07}"/>
              </a:ext>
            </a:extLst>
          </p:cNvPr>
          <p:cNvSpPr>
            <a:spLocks noGrp="1" noChangeArrowheads="1"/>
          </p:cNvSpPr>
          <p:nvPr>
            <p:ph type="sldNum" sz="quarter" idx="12"/>
          </p:nvPr>
        </p:nvSpPr>
        <p:spPr>
          <a:ln/>
        </p:spPr>
        <p:txBody>
          <a:bodyPr/>
          <a:lstStyle>
            <a:lvl1pPr>
              <a:defRPr/>
            </a:lvl1pPr>
          </a:lstStyle>
          <a:p>
            <a:fld id="{EF8D4836-94BE-46BF-8FEC-45C387C7EDD3}" type="slidenum">
              <a:rPr lang="es-CL" altLang="en-US"/>
              <a:pPr/>
              <a:t>‹Nº›</a:t>
            </a:fld>
            <a:endParaRPr lang="es-CL" altLang="en-US"/>
          </a:p>
        </p:txBody>
      </p:sp>
    </p:spTree>
    <p:extLst>
      <p:ext uri="{BB962C8B-B14F-4D97-AF65-F5344CB8AC3E}">
        <p14:creationId xmlns:p14="http://schemas.microsoft.com/office/powerpoint/2010/main" val="69096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Rectangle 5">
            <a:extLst>
              <a:ext uri="{FF2B5EF4-FFF2-40B4-BE49-F238E27FC236}">
                <a16:creationId xmlns:a16="http://schemas.microsoft.com/office/drawing/2014/main" id="{1865313E-E31A-F800-E772-DFA167703092}"/>
              </a:ext>
            </a:extLst>
          </p:cNvPr>
          <p:cNvSpPr>
            <a:spLocks noGrp="1" noChangeArrowheads="1"/>
          </p:cNvSpPr>
          <p:nvPr>
            <p:ph type="dt" sz="half" idx="10"/>
          </p:nvPr>
        </p:nvSpPr>
        <p:spPr>
          <a:ln/>
        </p:spPr>
        <p:txBody>
          <a:bodyPr/>
          <a:lstStyle>
            <a:lvl1pPr>
              <a:defRPr/>
            </a:lvl1pPr>
          </a:lstStyle>
          <a:p>
            <a:pPr>
              <a:defRPr/>
            </a:pPr>
            <a:endParaRPr lang="es-CL" altLang="en-US"/>
          </a:p>
        </p:txBody>
      </p:sp>
      <p:sp>
        <p:nvSpPr>
          <p:cNvPr id="6" name="Rectangle 6">
            <a:extLst>
              <a:ext uri="{FF2B5EF4-FFF2-40B4-BE49-F238E27FC236}">
                <a16:creationId xmlns:a16="http://schemas.microsoft.com/office/drawing/2014/main" id="{7797232D-7A6A-D51F-7FD4-C50065EEEFC1}"/>
              </a:ext>
            </a:extLst>
          </p:cNvPr>
          <p:cNvSpPr>
            <a:spLocks noGrp="1" noChangeArrowheads="1"/>
          </p:cNvSpPr>
          <p:nvPr>
            <p:ph type="ftr" sz="quarter" idx="11"/>
          </p:nvPr>
        </p:nvSpPr>
        <p:spPr>
          <a:ln/>
        </p:spPr>
        <p:txBody>
          <a:bodyPr/>
          <a:lstStyle>
            <a:lvl1pPr>
              <a:defRPr/>
            </a:lvl1pPr>
          </a:lstStyle>
          <a:p>
            <a:pPr>
              <a:defRPr/>
            </a:pPr>
            <a:r>
              <a:rPr lang="es-CL" altLang="en-US"/>
              <a:t>www.centropsicologos.cl</a:t>
            </a:r>
          </a:p>
        </p:txBody>
      </p:sp>
      <p:sp>
        <p:nvSpPr>
          <p:cNvPr id="7" name="Rectangle 7">
            <a:extLst>
              <a:ext uri="{FF2B5EF4-FFF2-40B4-BE49-F238E27FC236}">
                <a16:creationId xmlns:a16="http://schemas.microsoft.com/office/drawing/2014/main" id="{3324963D-2218-6D94-9D23-16119A955AF0}"/>
              </a:ext>
            </a:extLst>
          </p:cNvPr>
          <p:cNvSpPr>
            <a:spLocks noGrp="1" noChangeArrowheads="1"/>
          </p:cNvSpPr>
          <p:nvPr>
            <p:ph type="sldNum" sz="quarter" idx="12"/>
          </p:nvPr>
        </p:nvSpPr>
        <p:spPr>
          <a:ln/>
        </p:spPr>
        <p:txBody>
          <a:bodyPr/>
          <a:lstStyle>
            <a:lvl1pPr>
              <a:defRPr/>
            </a:lvl1pPr>
          </a:lstStyle>
          <a:p>
            <a:fld id="{7F650AD0-E389-4360-9D49-501FEE1DBE0E}" type="slidenum">
              <a:rPr lang="es-CL" altLang="en-US"/>
              <a:pPr/>
              <a:t>‹Nº›</a:t>
            </a:fld>
            <a:endParaRPr lang="es-CL" altLang="en-US"/>
          </a:p>
        </p:txBody>
      </p:sp>
    </p:spTree>
    <p:extLst>
      <p:ext uri="{BB962C8B-B14F-4D97-AF65-F5344CB8AC3E}">
        <p14:creationId xmlns:p14="http://schemas.microsoft.com/office/powerpoint/2010/main" val="2042878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2"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2"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Rectangle 5">
            <a:extLst>
              <a:ext uri="{FF2B5EF4-FFF2-40B4-BE49-F238E27FC236}">
                <a16:creationId xmlns:a16="http://schemas.microsoft.com/office/drawing/2014/main" id="{B8919504-0E24-6BE6-08D7-F9EF636D42FF}"/>
              </a:ext>
            </a:extLst>
          </p:cNvPr>
          <p:cNvSpPr>
            <a:spLocks noGrp="1" noChangeArrowheads="1"/>
          </p:cNvSpPr>
          <p:nvPr>
            <p:ph type="dt" sz="half" idx="10"/>
          </p:nvPr>
        </p:nvSpPr>
        <p:spPr>
          <a:ln/>
        </p:spPr>
        <p:txBody>
          <a:bodyPr/>
          <a:lstStyle>
            <a:lvl1pPr>
              <a:defRPr/>
            </a:lvl1pPr>
          </a:lstStyle>
          <a:p>
            <a:pPr>
              <a:defRPr/>
            </a:pPr>
            <a:endParaRPr lang="es-CL" altLang="en-US"/>
          </a:p>
        </p:txBody>
      </p:sp>
      <p:sp>
        <p:nvSpPr>
          <p:cNvPr id="8" name="Rectangle 6">
            <a:extLst>
              <a:ext uri="{FF2B5EF4-FFF2-40B4-BE49-F238E27FC236}">
                <a16:creationId xmlns:a16="http://schemas.microsoft.com/office/drawing/2014/main" id="{AFF2BE00-5E92-4E45-C99C-4F0D4A99C5E3}"/>
              </a:ext>
            </a:extLst>
          </p:cNvPr>
          <p:cNvSpPr>
            <a:spLocks noGrp="1" noChangeArrowheads="1"/>
          </p:cNvSpPr>
          <p:nvPr>
            <p:ph type="ftr" sz="quarter" idx="11"/>
          </p:nvPr>
        </p:nvSpPr>
        <p:spPr>
          <a:ln/>
        </p:spPr>
        <p:txBody>
          <a:bodyPr/>
          <a:lstStyle>
            <a:lvl1pPr>
              <a:defRPr/>
            </a:lvl1pPr>
          </a:lstStyle>
          <a:p>
            <a:pPr>
              <a:defRPr/>
            </a:pPr>
            <a:r>
              <a:rPr lang="es-CL" altLang="en-US"/>
              <a:t>www.centropsicologos.cl</a:t>
            </a:r>
          </a:p>
        </p:txBody>
      </p:sp>
      <p:sp>
        <p:nvSpPr>
          <p:cNvPr id="9" name="Rectangle 7">
            <a:extLst>
              <a:ext uri="{FF2B5EF4-FFF2-40B4-BE49-F238E27FC236}">
                <a16:creationId xmlns:a16="http://schemas.microsoft.com/office/drawing/2014/main" id="{51ED8ED0-C845-9CF1-FBBB-49934EB69FE7}"/>
              </a:ext>
            </a:extLst>
          </p:cNvPr>
          <p:cNvSpPr>
            <a:spLocks noGrp="1" noChangeArrowheads="1"/>
          </p:cNvSpPr>
          <p:nvPr>
            <p:ph type="sldNum" sz="quarter" idx="12"/>
          </p:nvPr>
        </p:nvSpPr>
        <p:spPr>
          <a:ln/>
        </p:spPr>
        <p:txBody>
          <a:bodyPr/>
          <a:lstStyle>
            <a:lvl1pPr>
              <a:defRPr/>
            </a:lvl1pPr>
          </a:lstStyle>
          <a:p>
            <a:fld id="{479525CE-6180-4028-9E6D-434D21B9336C}" type="slidenum">
              <a:rPr lang="es-CL" altLang="en-US"/>
              <a:pPr/>
              <a:t>‹Nº›</a:t>
            </a:fld>
            <a:endParaRPr lang="es-CL" altLang="en-US"/>
          </a:p>
        </p:txBody>
      </p:sp>
    </p:spTree>
    <p:extLst>
      <p:ext uri="{BB962C8B-B14F-4D97-AF65-F5344CB8AC3E}">
        <p14:creationId xmlns:p14="http://schemas.microsoft.com/office/powerpoint/2010/main" val="1463647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Rectangle 5">
            <a:extLst>
              <a:ext uri="{FF2B5EF4-FFF2-40B4-BE49-F238E27FC236}">
                <a16:creationId xmlns:a16="http://schemas.microsoft.com/office/drawing/2014/main" id="{9DFCE924-2848-21E7-AF27-2CED883665F8}"/>
              </a:ext>
            </a:extLst>
          </p:cNvPr>
          <p:cNvSpPr>
            <a:spLocks noGrp="1" noChangeArrowheads="1"/>
          </p:cNvSpPr>
          <p:nvPr>
            <p:ph type="dt" sz="half" idx="10"/>
          </p:nvPr>
        </p:nvSpPr>
        <p:spPr>
          <a:ln/>
        </p:spPr>
        <p:txBody>
          <a:bodyPr/>
          <a:lstStyle>
            <a:lvl1pPr>
              <a:defRPr/>
            </a:lvl1pPr>
          </a:lstStyle>
          <a:p>
            <a:pPr>
              <a:defRPr/>
            </a:pPr>
            <a:endParaRPr lang="es-CL" altLang="en-US"/>
          </a:p>
        </p:txBody>
      </p:sp>
      <p:sp>
        <p:nvSpPr>
          <p:cNvPr id="4" name="Rectangle 6">
            <a:extLst>
              <a:ext uri="{FF2B5EF4-FFF2-40B4-BE49-F238E27FC236}">
                <a16:creationId xmlns:a16="http://schemas.microsoft.com/office/drawing/2014/main" id="{3C6DBD70-105E-8CBE-9E73-778A3D7EABBD}"/>
              </a:ext>
            </a:extLst>
          </p:cNvPr>
          <p:cNvSpPr>
            <a:spLocks noGrp="1" noChangeArrowheads="1"/>
          </p:cNvSpPr>
          <p:nvPr>
            <p:ph type="ftr" sz="quarter" idx="11"/>
          </p:nvPr>
        </p:nvSpPr>
        <p:spPr>
          <a:ln/>
        </p:spPr>
        <p:txBody>
          <a:bodyPr/>
          <a:lstStyle>
            <a:lvl1pPr>
              <a:defRPr/>
            </a:lvl1pPr>
          </a:lstStyle>
          <a:p>
            <a:pPr>
              <a:defRPr/>
            </a:pPr>
            <a:r>
              <a:rPr lang="es-CL" altLang="en-US"/>
              <a:t>www.centropsicologos.cl</a:t>
            </a:r>
          </a:p>
        </p:txBody>
      </p:sp>
      <p:sp>
        <p:nvSpPr>
          <p:cNvPr id="5" name="Rectangle 7">
            <a:extLst>
              <a:ext uri="{FF2B5EF4-FFF2-40B4-BE49-F238E27FC236}">
                <a16:creationId xmlns:a16="http://schemas.microsoft.com/office/drawing/2014/main" id="{CB918099-06BA-837B-D546-FDC31696358F}"/>
              </a:ext>
            </a:extLst>
          </p:cNvPr>
          <p:cNvSpPr>
            <a:spLocks noGrp="1" noChangeArrowheads="1"/>
          </p:cNvSpPr>
          <p:nvPr>
            <p:ph type="sldNum" sz="quarter" idx="12"/>
          </p:nvPr>
        </p:nvSpPr>
        <p:spPr>
          <a:ln/>
        </p:spPr>
        <p:txBody>
          <a:bodyPr/>
          <a:lstStyle>
            <a:lvl1pPr>
              <a:defRPr/>
            </a:lvl1pPr>
          </a:lstStyle>
          <a:p>
            <a:fld id="{F147288C-CEC8-4193-99CB-9836D1D140C1}" type="slidenum">
              <a:rPr lang="es-CL" altLang="en-US"/>
              <a:pPr/>
              <a:t>‹Nº›</a:t>
            </a:fld>
            <a:endParaRPr lang="es-CL" altLang="en-US"/>
          </a:p>
        </p:txBody>
      </p:sp>
    </p:spTree>
    <p:extLst>
      <p:ext uri="{BB962C8B-B14F-4D97-AF65-F5344CB8AC3E}">
        <p14:creationId xmlns:p14="http://schemas.microsoft.com/office/powerpoint/2010/main" val="948674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7651D2BC-C0BA-1226-6846-9D8EA9880FDB}"/>
              </a:ext>
            </a:extLst>
          </p:cNvPr>
          <p:cNvSpPr>
            <a:spLocks noGrp="1" noChangeArrowheads="1"/>
          </p:cNvSpPr>
          <p:nvPr>
            <p:ph type="dt" sz="half" idx="10"/>
          </p:nvPr>
        </p:nvSpPr>
        <p:spPr>
          <a:ln/>
        </p:spPr>
        <p:txBody>
          <a:bodyPr/>
          <a:lstStyle>
            <a:lvl1pPr>
              <a:defRPr/>
            </a:lvl1pPr>
          </a:lstStyle>
          <a:p>
            <a:pPr>
              <a:defRPr/>
            </a:pPr>
            <a:endParaRPr lang="es-CL" altLang="en-US"/>
          </a:p>
        </p:txBody>
      </p:sp>
      <p:sp>
        <p:nvSpPr>
          <p:cNvPr id="3" name="Rectangle 6">
            <a:extLst>
              <a:ext uri="{FF2B5EF4-FFF2-40B4-BE49-F238E27FC236}">
                <a16:creationId xmlns:a16="http://schemas.microsoft.com/office/drawing/2014/main" id="{705A3132-D32C-826F-61F0-E40A2E774878}"/>
              </a:ext>
            </a:extLst>
          </p:cNvPr>
          <p:cNvSpPr>
            <a:spLocks noGrp="1" noChangeArrowheads="1"/>
          </p:cNvSpPr>
          <p:nvPr>
            <p:ph type="ftr" sz="quarter" idx="11"/>
          </p:nvPr>
        </p:nvSpPr>
        <p:spPr>
          <a:ln/>
        </p:spPr>
        <p:txBody>
          <a:bodyPr/>
          <a:lstStyle>
            <a:lvl1pPr>
              <a:defRPr/>
            </a:lvl1pPr>
          </a:lstStyle>
          <a:p>
            <a:pPr>
              <a:defRPr/>
            </a:pPr>
            <a:r>
              <a:rPr lang="es-CL" altLang="en-US"/>
              <a:t>www.centropsicologos.cl</a:t>
            </a:r>
          </a:p>
        </p:txBody>
      </p:sp>
      <p:sp>
        <p:nvSpPr>
          <p:cNvPr id="4" name="Rectangle 7">
            <a:extLst>
              <a:ext uri="{FF2B5EF4-FFF2-40B4-BE49-F238E27FC236}">
                <a16:creationId xmlns:a16="http://schemas.microsoft.com/office/drawing/2014/main" id="{5D1A5644-F30B-AD4F-FA64-C9B96199D754}"/>
              </a:ext>
            </a:extLst>
          </p:cNvPr>
          <p:cNvSpPr>
            <a:spLocks noGrp="1" noChangeArrowheads="1"/>
          </p:cNvSpPr>
          <p:nvPr>
            <p:ph type="sldNum" sz="quarter" idx="12"/>
          </p:nvPr>
        </p:nvSpPr>
        <p:spPr>
          <a:ln/>
        </p:spPr>
        <p:txBody>
          <a:bodyPr/>
          <a:lstStyle>
            <a:lvl1pPr>
              <a:defRPr/>
            </a:lvl1pPr>
          </a:lstStyle>
          <a:p>
            <a:fld id="{E815E8F9-B270-4B05-A990-2436392F8EA1}" type="slidenum">
              <a:rPr lang="es-CL" altLang="en-US"/>
              <a:pPr/>
              <a:t>‹Nº›</a:t>
            </a:fld>
            <a:endParaRPr lang="es-CL" altLang="en-US"/>
          </a:p>
        </p:txBody>
      </p:sp>
    </p:spTree>
    <p:extLst>
      <p:ext uri="{BB962C8B-B14F-4D97-AF65-F5344CB8AC3E}">
        <p14:creationId xmlns:p14="http://schemas.microsoft.com/office/powerpoint/2010/main" val="1299360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2" y="273050"/>
            <a:ext cx="3008313" cy="1162050"/>
          </a:xfrm>
        </p:spPr>
        <p:txBody>
          <a:bodyPr/>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1" y="273052"/>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5">
            <a:extLst>
              <a:ext uri="{FF2B5EF4-FFF2-40B4-BE49-F238E27FC236}">
                <a16:creationId xmlns:a16="http://schemas.microsoft.com/office/drawing/2014/main" id="{34F0992A-CCFF-1E78-2183-974D83F1E6C4}"/>
              </a:ext>
            </a:extLst>
          </p:cNvPr>
          <p:cNvSpPr>
            <a:spLocks noGrp="1" noChangeArrowheads="1"/>
          </p:cNvSpPr>
          <p:nvPr>
            <p:ph type="dt" sz="half" idx="10"/>
          </p:nvPr>
        </p:nvSpPr>
        <p:spPr>
          <a:ln/>
        </p:spPr>
        <p:txBody>
          <a:bodyPr/>
          <a:lstStyle>
            <a:lvl1pPr>
              <a:defRPr/>
            </a:lvl1pPr>
          </a:lstStyle>
          <a:p>
            <a:pPr>
              <a:defRPr/>
            </a:pPr>
            <a:endParaRPr lang="es-CL" altLang="en-US"/>
          </a:p>
        </p:txBody>
      </p:sp>
      <p:sp>
        <p:nvSpPr>
          <p:cNvPr id="6" name="Rectangle 6">
            <a:extLst>
              <a:ext uri="{FF2B5EF4-FFF2-40B4-BE49-F238E27FC236}">
                <a16:creationId xmlns:a16="http://schemas.microsoft.com/office/drawing/2014/main" id="{1FBE3143-018C-01E9-D16A-5BFF2995EEEF}"/>
              </a:ext>
            </a:extLst>
          </p:cNvPr>
          <p:cNvSpPr>
            <a:spLocks noGrp="1" noChangeArrowheads="1"/>
          </p:cNvSpPr>
          <p:nvPr>
            <p:ph type="ftr" sz="quarter" idx="11"/>
          </p:nvPr>
        </p:nvSpPr>
        <p:spPr>
          <a:ln/>
        </p:spPr>
        <p:txBody>
          <a:bodyPr/>
          <a:lstStyle>
            <a:lvl1pPr>
              <a:defRPr/>
            </a:lvl1pPr>
          </a:lstStyle>
          <a:p>
            <a:pPr>
              <a:defRPr/>
            </a:pPr>
            <a:r>
              <a:rPr lang="es-CL" altLang="en-US"/>
              <a:t>www.centropsicologos.cl</a:t>
            </a:r>
          </a:p>
        </p:txBody>
      </p:sp>
      <p:sp>
        <p:nvSpPr>
          <p:cNvPr id="7" name="Rectangle 7">
            <a:extLst>
              <a:ext uri="{FF2B5EF4-FFF2-40B4-BE49-F238E27FC236}">
                <a16:creationId xmlns:a16="http://schemas.microsoft.com/office/drawing/2014/main" id="{47AF303C-8530-FF79-6E8D-A8B4A399608D}"/>
              </a:ext>
            </a:extLst>
          </p:cNvPr>
          <p:cNvSpPr>
            <a:spLocks noGrp="1" noChangeArrowheads="1"/>
          </p:cNvSpPr>
          <p:nvPr>
            <p:ph type="sldNum" sz="quarter" idx="12"/>
          </p:nvPr>
        </p:nvSpPr>
        <p:spPr>
          <a:ln/>
        </p:spPr>
        <p:txBody>
          <a:bodyPr/>
          <a:lstStyle>
            <a:lvl1pPr>
              <a:defRPr/>
            </a:lvl1pPr>
          </a:lstStyle>
          <a:p>
            <a:fld id="{16BF4AD0-98F5-4884-9D44-8828EEAFF3BB}" type="slidenum">
              <a:rPr lang="es-CL" altLang="en-US"/>
              <a:pPr/>
              <a:t>‹Nº›</a:t>
            </a:fld>
            <a:endParaRPr lang="es-CL" altLang="en-US"/>
          </a:p>
        </p:txBody>
      </p:sp>
    </p:spTree>
    <p:extLst>
      <p:ext uri="{BB962C8B-B14F-4D97-AF65-F5344CB8AC3E}">
        <p14:creationId xmlns:p14="http://schemas.microsoft.com/office/powerpoint/2010/main" val="3068877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1"/>
            <a:ext cx="5486400" cy="566738"/>
          </a:xfrm>
        </p:spPr>
        <p:txBody>
          <a:bodyPr/>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5">
            <a:extLst>
              <a:ext uri="{FF2B5EF4-FFF2-40B4-BE49-F238E27FC236}">
                <a16:creationId xmlns:a16="http://schemas.microsoft.com/office/drawing/2014/main" id="{5EA931FA-A908-25C6-FE7F-447D4754E30E}"/>
              </a:ext>
            </a:extLst>
          </p:cNvPr>
          <p:cNvSpPr>
            <a:spLocks noGrp="1" noChangeArrowheads="1"/>
          </p:cNvSpPr>
          <p:nvPr>
            <p:ph type="dt" sz="half" idx="10"/>
          </p:nvPr>
        </p:nvSpPr>
        <p:spPr>
          <a:ln/>
        </p:spPr>
        <p:txBody>
          <a:bodyPr/>
          <a:lstStyle>
            <a:lvl1pPr>
              <a:defRPr/>
            </a:lvl1pPr>
          </a:lstStyle>
          <a:p>
            <a:pPr>
              <a:defRPr/>
            </a:pPr>
            <a:endParaRPr lang="es-CL" altLang="en-US"/>
          </a:p>
        </p:txBody>
      </p:sp>
      <p:sp>
        <p:nvSpPr>
          <p:cNvPr id="6" name="Rectangle 6">
            <a:extLst>
              <a:ext uri="{FF2B5EF4-FFF2-40B4-BE49-F238E27FC236}">
                <a16:creationId xmlns:a16="http://schemas.microsoft.com/office/drawing/2014/main" id="{8ADDB92A-9A3A-450A-E63B-64218EB60E5E}"/>
              </a:ext>
            </a:extLst>
          </p:cNvPr>
          <p:cNvSpPr>
            <a:spLocks noGrp="1" noChangeArrowheads="1"/>
          </p:cNvSpPr>
          <p:nvPr>
            <p:ph type="ftr" sz="quarter" idx="11"/>
          </p:nvPr>
        </p:nvSpPr>
        <p:spPr>
          <a:ln/>
        </p:spPr>
        <p:txBody>
          <a:bodyPr/>
          <a:lstStyle>
            <a:lvl1pPr>
              <a:defRPr/>
            </a:lvl1pPr>
          </a:lstStyle>
          <a:p>
            <a:pPr>
              <a:defRPr/>
            </a:pPr>
            <a:r>
              <a:rPr lang="es-CL" altLang="en-US"/>
              <a:t>www.centropsicologos.cl</a:t>
            </a:r>
          </a:p>
        </p:txBody>
      </p:sp>
      <p:sp>
        <p:nvSpPr>
          <p:cNvPr id="7" name="Rectangle 7">
            <a:extLst>
              <a:ext uri="{FF2B5EF4-FFF2-40B4-BE49-F238E27FC236}">
                <a16:creationId xmlns:a16="http://schemas.microsoft.com/office/drawing/2014/main" id="{A242B5DD-388C-2A20-2386-4FBCA1FF93B1}"/>
              </a:ext>
            </a:extLst>
          </p:cNvPr>
          <p:cNvSpPr>
            <a:spLocks noGrp="1" noChangeArrowheads="1"/>
          </p:cNvSpPr>
          <p:nvPr>
            <p:ph type="sldNum" sz="quarter" idx="12"/>
          </p:nvPr>
        </p:nvSpPr>
        <p:spPr>
          <a:ln/>
        </p:spPr>
        <p:txBody>
          <a:bodyPr/>
          <a:lstStyle>
            <a:lvl1pPr>
              <a:defRPr/>
            </a:lvl1pPr>
          </a:lstStyle>
          <a:p>
            <a:fld id="{2652DB3F-ECBA-4D89-A47A-639C8AC10FB4}" type="slidenum">
              <a:rPr lang="es-CL" altLang="en-US"/>
              <a:pPr/>
              <a:t>‹Nº›</a:t>
            </a:fld>
            <a:endParaRPr lang="es-CL" altLang="en-US"/>
          </a:p>
        </p:txBody>
      </p:sp>
    </p:spTree>
    <p:extLst>
      <p:ext uri="{BB962C8B-B14F-4D97-AF65-F5344CB8AC3E}">
        <p14:creationId xmlns:p14="http://schemas.microsoft.com/office/powerpoint/2010/main" val="33113821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5">
            <a:extLst>
              <a:ext uri="{FF2B5EF4-FFF2-40B4-BE49-F238E27FC236}">
                <a16:creationId xmlns:a16="http://schemas.microsoft.com/office/drawing/2014/main" id="{95CD0082-A2DF-6168-ACDB-74226CE8AF25}"/>
              </a:ext>
            </a:extLst>
          </p:cNvPr>
          <p:cNvSpPr>
            <a:spLocks noGrp="1" noChangeArrowheads="1"/>
          </p:cNvSpPr>
          <p:nvPr>
            <p:ph type="dt" sz="half" idx="10"/>
          </p:nvPr>
        </p:nvSpPr>
        <p:spPr>
          <a:ln/>
        </p:spPr>
        <p:txBody>
          <a:bodyPr/>
          <a:lstStyle>
            <a:lvl1pPr>
              <a:defRPr/>
            </a:lvl1pPr>
          </a:lstStyle>
          <a:p>
            <a:pPr>
              <a:defRPr/>
            </a:pPr>
            <a:endParaRPr lang="es-CL" altLang="en-US"/>
          </a:p>
        </p:txBody>
      </p:sp>
      <p:sp>
        <p:nvSpPr>
          <p:cNvPr id="5" name="Rectangle 6">
            <a:extLst>
              <a:ext uri="{FF2B5EF4-FFF2-40B4-BE49-F238E27FC236}">
                <a16:creationId xmlns:a16="http://schemas.microsoft.com/office/drawing/2014/main" id="{33EE459C-4EC0-D711-88E3-3093AB4A9A09}"/>
              </a:ext>
            </a:extLst>
          </p:cNvPr>
          <p:cNvSpPr>
            <a:spLocks noGrp="1" noChangeArrowheads="1"/>
          </p:cNvSpPr>
          <p:nvPr>
            <p:ph type="ftr" sz="quarter" idx="11"/>
          </p:nvPr>
        </p:nvSpPr>
        <p:spPr>
          <a:ln/>
        </p:spPr>
        <p:txBody>
          <a:bodyPr/>
          <a:lstStyle>
            <a:lvl1pPr>
              <a:defRPr/>
            </a:lvl1pPr>
          </a:lstStyle>
          <a:p>
            <a:pPr>
              <a:defRPr/>
            </a:pPr>
            <a:r>
              <a:rPr lang="es-CL" altLang="en-US"/>
              <a:t>www.centropsicologos.cl</a:t>
            </a:r>
          </a:p>
        </p:txBody>
      </p:sp>
      <p:sp>
        <p:nvSpPr>
          <p:cNvPr id="6" name="Rectangle 7">
            <a:extLst>
              <a:ext uri="{FF2B5EF4-FFF2-40B4-BE49-F238E27FC236}">
                <a16:creationId xmlns:a16="http://schemas.microsoft.com/office/drawing/2014/main" id="{5315D4AB-1D80-1CF1-C299-40B3EE4709F0}"/>
              </a:ext>
            </a:extLst>
          </p:cNvPr>
          <p:cNvSpPr>
            <a:spLocks noGrp="1" noChangeArrowheads="1"/>
          </p:cNvSpPr>
          <p:nvPr>
            <p:ph type="sldNum" sz="quarter" idx="12"/>
          </p:nvPr>
        </p:nvSpPr>
        <p:spPr>
          <a:ln/>
        </p:spPr>
        <p:txBody>
          <a:bodyPr/>
          <a:lstStyle>
            <a:lvl1pPr>
              <a:defRPr/>
            </a:lvl1pPr>
          </a:lstStyle>
          <a:p>
            <a:fld id="{447FD655-45D7-49A6-BC33-98EB763B540C}" type="slidenum">
              <a:rPr lang="es-CL" altLang="en-US"/>
              <a:pPr/>
              <a:t>‹Nº›</a:t>
            </a:fld>
            <a:endParaRPr lang="es-CL" altLang="en-US"/>
          </a:p>
        </p:txBody>
      </p:sp>
    </p:spTree>
    <p:extLst>
      <p:ext uri="{BB962C8B-B14F-4D97-AF65-F5344CB8AC3E}">
        <p14:creationId xmlns:p14="http://schemas.microsoft.com/office/powerpoint/2010/main" val="4211125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122240"/>
            <a:ext cx="2057400" cy="6008687"/>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122240"/>
            <a:ext cx="6019800" cy="6008687"/>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5">
            <a:extLst>
              <a:ext uri="{FF2B5EF4-FFF2-40B4-BE49-F238E27FC236}">
                <a16:creationId xmlns:a16="http://schemas.microsoft.com/office/drawing/2014/main" id="{D6825282-9771-04AE-EF7E-7E2A0FFD6461}"/>
              </a:ext>
            </a:extLst>
          </p:cNvPr>
          <p:cNvSpPr>
            <a:spLocks noGrp="1" noChangeArrowheads="1"/>
          </p:cNvSpPr>
          <p:nvPr>
            <p:ph type="dt" sz="half" idx="10"/>
          </p:nvPr>
        </p:nvSpPr>
        <p:spPr>
          <a:ln/>
        </p:spPr>
        <p:txBody>
          <a:bodyPr/>
          <a:lstStyle>
            <a:lvl1pPr>
              <a:defRPr/>
            </a:lvl1pPr>
          </a:lstStyle>
          <a:p>
            <a:pPr>
              <a:defRPr/>
            </a:pPr>
            <a:endParaRPr lang="es-CL" altLang="en-US"/>
          </a:p>
        </p:txBody>
      </p:sp>
      <p:sp>
        <p:nvSpPr>
          <p:cNvPr id="5" name="Rectangle 6">
            <a:extLst>
              <a:ext uri="{FF2B5EF4-FFF2-40B4-BE49-F238E27FC236}">
                <a16:creationId xmlns:a16="http://schemas.microsoft.com/office/drawing/2014/main" id="{0E936BB2-F724-F0B6-9FE6-D1253ED233F5}"/>
              </a:ext>
            </a:extLst>
          </p:cNvPr>
          <p:cNvSpPr>
            <a:spLocks noGrp="1" noChangeArrowheads="1"/>
          </p:cNvSpPr>
          <p:nvPr>
            <p:ph type="ftr" sz="quarter" idx="11"/>
          </p:nvPr>
        </p:nvSpPr>
        <p:spPr>
          <a:ln/>
        </p:spPr>
        <p:txBody>
          <a:bodyPr/>
          <a:lstStyle>
            <a:lvl1pPr>
              <a:defRPr/>
            </a:lvl1pPr>
          </a:lstStyle>
          <a:p>
            <a:pPr>
              <a:defRPr/>
            </a:pPr>
            <a:r>
              <a:rPr lang="es-CL" altLang="en-US"/>
              <a:t>www.centropsicologos.cl</a:t>
            </a:r>
          </a:p>
        </p:txBody>
      </p:sp>
      <p:sp>
        <p:nvSpPr>
          <p:cNvPr id="6" name="Rectangle 7">
            <a:extLst>
              <a:ext uri="{FF2B5EF4-FFF2-40B4-BE49-F238E27FC236}">
                <a16:creationId xmlns:a16="http://schemas.microsoft.com/office/drawing/2014/main" id="{252E70D3-8624-597E-CCBA-965490D2C8BF}"/>
              </a:ext>
            </a:extLst>
          </p:cNvPr>
          <p:cNvSpPr>
            <a:spLocks noGrp="1" noChangeArrowheads="1"/>
          </p:cNvSpPr>
          <p:nvPr>
            <p:ph type="sldNum" sz="quarter" idx="12"/>
          </p:nvPr>
        </p:nvSpPr>
        <p:spPr>
          <a:ln/>
        </p:spPr>
        <p:txBody>
          <a:bodyPr/>
          <a:lstStyle>
            <a:lvl1pPr>
              <a:defRPr/>
            </a:lvl1pPr>
          </a:lstStyle>
          <a:p>
            <a:fld id="{534CFA16-9F2B-456B-BA22-40C8A19C9DA9}" type="slidenum">
              <a:rPr lang="es-CL" altLang="en-US"/>
              <a:pPr/>
              <a:t>‹Nº›</a:t>
            </a:fld>
            <a:endParaRPr lang="es-CL" altLang="en-US"/>
          </a:p>
        </p:txBody>
      </p:sp>
    </p:spTree>
    <p:extLst>
      <p:ext uri="{BB962C8B-B14F-4D97-AF65-F5344CB8AC3E}">
        <p14:creationId xmlns:p14="http://schemas.microsoft.com/office/powerpoint/2010/main" val="2394888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ítulo, texto y 2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122238"/>
            <a:ext cx="7543800" cy="1295400"/>
          </a:xfrm>
        </p:spPr>
        <p:txBody>
          <a:bodyPr/>
          <a:lstStyle/>
          <a:p>
            <a:r>
              <a:rPr lang="es-ES"/>
              <a:t>Haga clic para modificar el estilo de título del patrón</a:t>
            </a:r>
          </a:p>
        </p:txBody>
      </p:sp>
      <p:sp>
        <p:nvSpPr>
          <p:cNvPr id="3" name="2 Marcador de texto"/>
          <p:cNvSpPr>
            <a:spLocks noGrp="1"/>
          </p:cNvSpPr>
          <p:nvPr>
            <p:ph type="body" sz="half" idx="1"/>
          </p:nvPr>
        </p:nvSpPr>
        <p:spPr>
          <a:xfrm>
            <a:off x="457200" y="1719263"/>
            <a:ext cx="4038600" cy="441166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quarter" idx="2"/>
          </p:nvPr>
        </p:nvSpPr>
        <p:spPr>
          <a:xfrm>
            <a:off x="4648200" y="1719265"/>
            <a:ext cx="4038600" cy="212883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contenido"/>
          <p:cNvSpPr>
            <a:spLocks noGrp="1"/>
          </p:cNvSpPr>
          <p:nvPr>
            <p:ph sz="quarter" idx="3"/>
          </p:nvPr>
        </p:nvSpPr>
        <p:spPr>
          <a:xfrm>
            <a:off x="4648200" y="4000502"/>
            <a:ext cx="4038600" cy="2130425"/>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Rectangle 5">
            <a:extLst>
              <a:ext uri="{FF2B5EF4-FFF2-40B4-BE49-F238E27FC236}">
                <a16:creationId xmlns:a16="http://schemas.microsoft.com/office/drawing/2014/main" id="{5BAC055C-F293-6550-EC82-D7357F2427A2}"/>
              </a:ext>
            </a:extLst>
          </p:cNvPr>
          <p:cNvSpPr>
            <a:spLocks noGrp="1" noChangeArrowheads="1"/>
          </p:cNvSpPr>
          <p:nvPr>
            <p:ph type="dt" sz="half" idx="10"/>
          </p:nvPr>
        </p:nvSpPr>
        <p:spPr>
          <a:ln/>
        </p:spPr>
        <p:txBody>
          <a:bodyPr/>
          <a:lstStyle>
            <a:lvl1pPr>
              <a:defRPr/>
            </a:lvl1pPr>
          </a:lstStyle>
          <a:p>
            <a:pPr>
              <a:defRPr/>
            </a:pPr>
            <a:endParaRPr lang="es-CL" altLang="en-US"/>
          </a:p>
        </p:txBody>
      </p:sp>
      <p:sp>
        <p:nvSpPr>
          <p:cNvPr id="7" name="Rectangle 6">
            <a:extLst>
              <a:ext uri="{FF2B5EF4-FFF2-40B4-BE49-F238E27FC236}">
                <a16:creationId xmlns:a16="http://schemas.microsoft.com/office/drawing/2014/main" id="{D547019F-C506-C7CC-81E3-6FB98E86692E}"/>
              </a:ext>
            </a:extLst>
          </p:cNvPr>
          <p:cNvSpPr>
            <a:spLocks noGrp="1" noChangeArrowheads="1"/>
          </p:cNvSpPr>
          <p:nvPr>
            <p:ph type="ftr" sz="quarter" idx="11"/>
          </p:nvPr>
        </p:nvSpPr>
        <p:spPr>
          <a:ln/>
        </p:spPr>
        <p:txBody>
          <a:bodyPr/>
          <a:lstStyle>
            <a:lvl1pPr>
              <a:defRPr/>
            </a:lvl1pPr>
          </a:lstStyle>
          <a:p>
            <a:pPr>
              <a:defRPr/>
            </a:pPr>
            <a:r>
              <a:rPr lang="es-CL" altLang="en-US"/>
              <a:t>www.centropsicologos.cl</a:t>
            </a:r>
          </a:p>
        </p:txBody>
      </p:sp>
      <p:sp>
        <p:nvSpPr>
          <p:cNvPr id="8" name="Rectangle 7">
            <a:extLst>
              <a:ext uri="{FF2B5EF4-FFF2-40B4-BE49-F238E27FC236}">
                <a16:creationId xmlns:a16="http://schemas.microsoft.com/office/drawing/2014/main" id="{5BA64139-3748-3E1D-0DC8-F94B1C80AD37}"/>
              </a:ext>
            </a:extLst>
          </p:cNvPr>
          <p:cNvSpPr>
            <a:spLocks noGrp="1" noChangeArrowheads="1"/>
          </p:cNvSpPr>
          <p:nvPr>
            <p:ph type="sldNum" sz="quarter" idx="12"/>
          </p:nvPr>
        </p:nvSpPr>
        <p:spPr>
          <a:ln/>
        </p:spPr>
        <p:txBody>
          <a:bodyPr/>
          <a:lstStyle>
            <a:lvl1pPr>
              <a:defRPr/>
            </a:lvl1pPr>
          </a:lstStyle>
          <a:p>
            <a:fld id="{E81B6F2F-C2A8-450F-9F34-0A92A5E0E021}" type="slidenum">
              <a:rPr lang="es-CL" altLang="en-US"/>
              <a:pPr/>
              <a:t>‹Nº›</a:t>
            </a:fld>
            <a:endParaRPr lang="es-CL" altLang="en-US"/>
          </a:p>
        </p:txBody>
      </p:sp>
    </p:spTree>
    <p:extLst>
      <p:ext uri="{BB962C8B-B14F-4D97-AF65-F5344CB8AC3E}">
        <p14:creationId xmlns:p14="http://schemas.microsoft.com/office/powerpoint/2010/main" val="472918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ido">
    <p:spTree>
      <p:nvGrpSpPr>
        <p:cNvPr id="1" name=""/>
        <p:cNvGrpSpPr/>
        <p:nvPr/>
      </p:nvGrpSpPr>
      <p:grpSpPr>
        <a:xfrm>
          <a:off x="0" y="0"/>
          <a:ext cx="0" cy="0"/>
          <a:chOff x="0" y="0"/>
          <a:chExt cx="0" cy="0"/>
        </a:xfrm>
      </p:grpSpPr>
      <p:sp>
        <p:nvSpPr>
          <p:cNvPr id="2" name="1 Marcador de contenido"/>
          <p:cNvSpPr>
            <a:spLocks noGrp="1"/>
          </p:cNvSpPr>
          <p:nvPr>
            <p:ph/>
          </p:nvPr>
        </p:nvSpPr>
        <p:spPr>
          <a:xfrm>
            <a:off x="457200" y="122240"/>
            <a:ext cx="8229600" cy="600868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3" name="Rectangle 5">
            <a:extLst>
              <a:ext uri="{FF2B5EF4-FFF2-40B4-BE49-F238E27FC236}">
                <a16:creationId xmlns:a16="http://schemas.microsoft.com/office/drawing/2014/main" id="{6B850360-C6FB-770F-F4BD-2FEC1259BAE1}"/>
              </a:ext>
            </a:extLst>
          </p:cNvPr>
          <p:cNvSpPr>
            <a:spLocks noGrp="1" noChangeArrowheads="1"/>
          </p:cNvSpPr>
          <p:nvPr>
            <p:ph type="dt" sz="half" idx="10"/>
          </p:nvPr>
        </p:nvSpPr>
        <p:spPr>
          <a:ln/>
        </p:spPr>
        <p:txBody>
          <a:bodyPr/>
          <a:lstStyle>
            <a:lvl1pPr>
              <a:defRPr/>
            </a:lvl1pPr>
          </a:lstStyle>
          <a:p>
            <a:pPr>
              <a:defRPr/>
            </a:pPr>
            <a:endParaRPr lang="es-CL" altLang="en-US"/>
          </a:p>
        </p:txBody>
      </p:sp>
      <p:sp>
        <p:nvSpPr>
          <p:cNvPr id="4" name="Rectangle 6">
            <a:extLst>
              <a:ext uri="{FF2B5EF4-FFF2-40B4-BE49-F238E27FC236}">
                <a16:creationId xmlns:a16="http://schemas.microsoft.com/office/drawing/2014/main" id="{3A294351-FE61-C90D-F596-46B801DD8E8E}"/>
              </a:ext>
            </a:extLst>
          </p:cNvPr>
          <p:cNvSpPr>
            <a:spLocks noGrp="1" noChangeArrowheads="1"/>
          </p:cNvSpPr>
          <p:nvPr>
            <p:ph type="ftr" sz="quarter" idx="11"/>
          </p:nvPr>
        </p:nvSpPr>
        <p:spPr>
          <a:ln/>
        </p:spPr>
        <p:txBody>
          <a:bodyPr/>
          <a:lstStyle>
            <a:lvl1pPr>
              <a:defRPr/>
            </a:lvl1pPr>
          </a:lstStyle>
          <a:p>
            <a:pPr>
              <a:defRPr/>
            </a:pPr>
            <a:r>
              <a:rPr lang="es-CL" altLang="en-US"/>
              <a:t>www.centropsicologos.cl</a:t>
            </a:r>
          </a:p>
        </p:txBody>
      </p:sp>
      <p:sp>
        <p:nvSpPr>
          <p:cNvPr id="5" name="Rectangle 7">
            <a:extLst>
              <a:ext uri="{FF2B5EF4-FFF2-40B4-BE49-F238E27FC236}">
                <a16:creationId xmlns:a16="http://schemas.microsoft.com/office/drawing/2014/main" id="{5CC2F275-B587-290F-2B40-76248AF18F61}"/>
              </a:ext>
            </a:extLst>
          </p:cNvPr>
          <p:cNvSpPr>
            <a:spLocks noGrp="1" noChangeArrowheads="1"/>
          </p:cNvSpPr>
          <p:nvPr>
            <p:ph type="sldNum" sz="quarter" idx="12"/>
          </p:nvPr>
        </p:nvSpPr>
        <p:spPr>
          <a:ln/>
        </p:spPr>
        <p:txBody>
          <a:bodyPr/>
          <a:lstStyle>
            <a:lvl1pPr>
              <a:defRPr/>
            </a:lvl1pPr>
          </a:lstStyle>
          <a:p>
            <a:fld id="{EA3CA802-CB03-4AB1-9F0C-1329861C32F5}" type="slidenum">
              <a:rPr lang="es-CL" altLang="en-US"/>
              <a:pPr/>
              <a:t>‹Nº›</a:t>
            </a:fld>
            <a:endParaRPr lang="es-CL" altLang="en-US"/>
          </a:p>
        </p:txBody>
      </p:sp>
    </p:spTree>
    <p:extLst>
      <p:ext uri="{BB962C8B-B14F-4D97-AF65-F5344CB8AC3E}">
        <p14:creationId xmlns:p14="http://schemas.microsoft.com/office/powerpoint/2010/main" val="36013428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Título, 1 objeto y 2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122238"/>
            <a:ext cx="7543800" cy="1295400"/>
          </a:xfrm>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719263"/>
            <a:ext cx="4038600" cy="441166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quarter" idx="2"/>
          </p:nvPr>
        </p:nvSpPr>
        <p:spPr>
          <a:xfrm>
            <a:off x="4648200" y="1719265"/>
            <a:ext cx="4038600" cy="212883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contenido"/>
          <p:cNvSpPr>
            <a:spLocks noGrp="1"/>
          </p:cNvSpPr>
          <p:nvPr>
            <p:ph sz="quarter" idx="3"/>
          </p:nvPr>
        </p:nvSpPr>
        <p:spPr>
          <a:xfrm>
            <a:off x="4648200" y="4000502"/>
            <a:ext cx="4038600" cy="2130425"/>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Rectangle 5">
            <a:extLst>
              <a:ext uri="{FF2B5EF4-FFF2-40B4-BE49-F238E27FC236}">
                <a16:creationId xmlns:a16="http://schemas.microsoft.com/office/drawing/2014/main" id="{72C6BE88-A777-BA83-5614-F53BF6AAE6AD}"/>
              </a:ext>
            </a:extLst>
          </p:cNvPr>
          <p:cNvSpPr>
            <a:spLocks noGrp="1" noChangeArrowheads="1"/>
          </p:cNvSpPr>
          <p:nvPr>
            <p:ph type="dt" sz="half" idx="10"/>
          </p:nvPr>
        </p:nvSpPr>
        <p:spPr>
          <a:ln/>
        </p:spPr>
        <p:txBody>
          <a:bodyPr/>
          <a:lstStyle>
            <a:lvl1pPr>
              <a:defRPr/>
            </a:lvl1pPr>
          </a:lstStyle>
          <a:p>
            <a:pPr>
              <a:defRPr/>
            </a:pPr>
            <a:endParaRPr lang="es-CL" altLang="en-US"/>
          </a:p>
        </p:txBody>
      </p:sp>
      <p:sp>
        <p:nvSpPr>
          <p:cNvPr id="7" name="Rectangle 6">
            <a:extLst>
              <a:ext uri="{FF2B5EF4-FFF2-40B4-BE49-F238E27FC236}">
                <a16:creationId xmlns:a16="http://schemas.microsoft.com/office/drawing/2014/main" id="{5FA945FA-A37D-6B31-0E23-2E76CC591C34}"/>
              </a:ext>
            </a:extLst>
          </p:cNvPr>
          <p:cNvSpPr>
            <a:spLocks noGrp="1" noChangeArrowheads="1"/>
          </p:cNvSpPr>
          <p:nvPr>
            <p:ph type="ftr" sz="quarter" idx="11"/>
          </p:nvPr>
        </p:nvSpPr>
        <p:spPr>
          <a:ln/>
        </p:spPr>
        <p:txBody>
          <a:bodyPr/>
          <a:lstStyle>
            <a:lvl1pPr>
              <a:defRPr/>
            </a:lvl1pPr>
          </a:lstStyle>
          <a:p>
            <a:pPr>
              <a:defRPr/>
            </a:pPr>
            <a:r>
              <a:rPr lang="es-CL" altLang="en-US"/>
              <a:t>www.centropsicologos.cl</a:t>
            </a:r>
          </a:p>
        </p:txBody>
      </p:sp>
      <p:sp>
        <p:nvSpPr>
          <p:cNvPr id="8" name="Rectangle 7">
            <a:extLst>
              <a:ext uri="{FF2B5EF4-FFF2-40B4-BE49-F238E27FC236}">
                <a16:creationId xmlns:a16="http://schemas.microsoft.com/office/drawing/2014/main" id="{603D27D6-1948-4FEA-CD9D-E35DA6EF656C}"/>
              </a:ext>
            </a:extLst>
          </p:cNvPr>
          <p:cNvSpPr>
            <a:spLocks noGrp="1" noChangeArrowheads="1"/>
          </p:cNvSpPr>
          <p:nvPr>
            <p:ph type="sldNum" sz="quarter" idx="12"/>
          </p:nvPr>
        </p:nvSpPr>
        <p:spPr>
          <a:ln/>
        </p:spPr>
        <p:txBody>
          <a:bodyPr/>
          <a:lstStyle>
            <a:lvl1pPr>
              <a:defRPr/>
            </a:lvl1pPr>
          </a:lstStyle>
          <a:p>
            <a:fld id="{144D20BB-44E9-4479-80C3-76F7126C6477}" type="slidenum">
              <a:rPr lang="es-CL" altLang="en-US"/>
              <a:pPr/>
              <a:t>‹Nº›</a:t>
            </a:fld>
            <a:endParaRPr lang="es-CL" altLang="en-US"/>
          </a:p>
        </p:txBody>
      </p:sp>
    </p:spTree>
    <p:extLst>
      <p:ext uri="{BB962C8B-B14F-4D97-AF65-F5344CB8AC3E}">
        <p14:creationId xmlns:p14="http://schemas.microsoft.com/office/powerpoint/2010/main" val="742803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a:extLst>
              <a:ext uri="{FF2B5EF4-FFF2-40B4-BE49-F238E27FC236}">
                <a16:creationId xmlns:a16="http://schemas.microsoft.com/office/drawing/2014/main" id="{01FA3A55-4B11-8A51-EFC2-65A9D736226B}"/>
              </a:ext>
            </a:extLst>
          </p:cNvPr>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 name="Rectangle 3">
            <a:extLst>
              <a:ext uri="{FF2B5EF4-FFF2-40B4-BE49-F238E27FC236}">
                <a16:creationId xmlns:a16="http://schemas.microsoft.com/office/drawing/2014/main" id="{0A4CB091-A750-B651-43DC-F1E40FF8C130}"/>
              </a:ext>
            </a:extLst>
          </p:cNvPr>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s-CL" altLang="en-US"/>
              <a:t>Haga clic para cambiar el estilo de título	</a:t>
            </a:r>
          </a:p>
        </p:txBody>
      </p:sp>
      <p:sp>
        <p:nvSpPr>
          <p:cNvPr id="1028" name="Rectangle 4">
            <a:extLst>
              <a:ext uri="{FF2B5EF4-FFF2-40B4-BE49-F238E27FC236}">
                <a16:creationId xmlns:a16="http://schemas.microsoft.com/office/drawing/2014/main" id="{2BB8F54D-1C12-A20A-4F00-148642278D0C}"/>
              </a:ext>
            </a:extLst>
          </p:cNvPr>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CL" altLang="en-US"/>
              <a:t>Haga clic para modificar el estilo de texto del patrón</a:t>
            </a:r>
          </a:p>
          <a:p>
            <a:pPr lvl="1"/>
            <a:r>
              <a:rPr lang="es-CL" altLang="en-US"/>
              <a:t>Segundo nivel</a:t>
            </a:r>
          </a:p>
          <a:p>
            <a:pPr lvl="2"/>
            <a:r>
              <a:rPr lang="es-CL" altLang="en-US"/>
              <a:t>Tercer nivel</a:t>
            </a:r>
          </a:p>
          <a:p>
            <a:pPr lvl="3"/>
            <a:r>
              <a:rPr lang="es-CL" altLang="en-US"/>
              <a:t>Cuarto nivel</a:t>
            </a:r>
          </a:p>
          <a:p>
            <a:pPr lvl="4"/>
            <a:r>
              <a:rPr lang="es-CL" altLang="en-US"/>
              <a:t>Quinto nivel</a:t>
            </a:r>
          </a:p>
        </p:txBody>
      </p:sp>
      <p:sp>
        <p:nvSpPr>
          <p:cNvPr id="45061" name="Rectangle 5">
            <a:extLst>
              <a:ext uri="{FF2B5EF4-FFF2-40B4-BE49-F238E27FC236}">
                <a16:creationId xmlns:a16="http://schemas.microsoft.com/office/drawing/2014/main" id="{9DAE70CA-B98D-BB09-30A1-9DE0EBF51887}"/>
              </a:ext>
            </a:extLst>
          </p:cNvPr>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atin typeface="Arial" charset="0"/>
              </a:defRPr>
            </a:lvl1pPr>
          </a:lstStyle>
          <a:p>
            <a:pPr>
              <a:defRPr/>
            </a:pPr>
            <a:endParaRPr lang="es-CL" altLang="en-US"/>
          </a:p>
        </p:txBody>
      </p:sp>
      <p:sp>
        <p:nvSpPr>
          <p:cNvPr id="45062" name="Rectangle 6">
            <a:extLst>
              <a:ext uri="{FF2B5EF4-FFF2-40B4-BE49-F238E27FC236}">
                <a16:creationId xmlns:a16="http://schemas.microsoft.com/office/drawing/2014/main" id="{9D3D826C-572E-9A78-13B4-6631487FBA5D}"/>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latin typeface="Arial" charset="0"/>
              </a:defRPr>
            </a:lvl1pPr>
          </a:lstStyle>
          <a:p>
            <a:pPr>
              <a:defRPr/>
            </a:pPr>
            <a:r>
              <a:rPr lang="es-CL" altLang="en-US"/>
              <a:t>www.centropsicologos.cl</a:t>
            </a:r>
          </a:p>
        </p:txBody>
      </p:sp>
      <p:sp>
        <p:nvSpPr>
          <p:cNvPr id="45063" name="Rectangle 7">
            <a:extLst>
              <a:ext uri="{FF2B5EF4-FFF2-40B4-BE49-F238E27FC236}">
                <a16:creationId xmlns:a16="http://schemas.microsoft.com/office/drawing/2014/main" id="{BE1A3E13-9DA8-05C3-6AA5-C8E8971E7C75}"/>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fld id="{9FD81DC5-38C7-4A16-97C8-B18068517286}" type="slidenum">
              <a:rPr lang="es-CL" altLang="en-US"/>
              <a:pPr/>
              <a:t>‹Nº›</a:t>
            </a:fld>
            <a:endParaRPr lang="es-CL" altLang="en-US"/>
          </a:p>
        </p:txBody>
      </p:sp>
      <p:grpSp>
        <p:nvGrpSpPr>
          <p:cNvPr id="1032" name="Group 8">
            <a:extLst>
              <a:ext uri="{FF2B5EF4-FFF2-40B4-BE49-F238E27FC236}">
                <a16:creationId xmlns:a16="http://schemas.microsoft.com/office/drawing/2014/main" id="{4273DA5F-A41C-CEFB-EF47-FDCF3740B50C}"/>
              </a:ext>
            </a:extLst>
          </p:cNvPr>
          <p:cNvGrpSpPr>
            <a:grpSpLocks/>
          </p:cNvGrpSpPr>
          <p:nvPr/>
        </p:nvGrpSpPr>
        <p:grpSpPr bwMode="auto">
          <a:xfrm>
            <a:off x="8153400" y="152400"/>
            <a:ext cx="792163" cy="1295400"/>
            <a:chOff x="5136" y="960"/>
            <a:chExt cx="528" cy="864"/>
          </a:xfrm>
        </p:grpSpPr>
        <p:sp>
          <p:nvSpPr>
            <p:cNvPr id="1033" name="Oval 9">
              <a:extLst>
                <a:ext uri="{FF2B5EF4-FFF2-40B4-BE49-F238E27FC236}">
                  <a16:creationId xmlns:a16="http://schemas.microsoft.com/office/drawing/2014/main" id="{D9BC231F-DBE8-F017-E06F-CB5BE0165C44}"/>
                </a:ext>
              </a:extLst>
            </p:cNvPr>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34" name="Oval 10">
              <a:extLst>
                <a:ext uri="{FF2B5EF4-FFF2-40B4-BE49-F238E27FC236}">
                  <a16:creationId xmlns:a16="http://schemas.microsoft.com/office/drawing/2014/main" id="{5ADEC214-351F-C724-9D9C-3E5E626E51FD}"/>
                </a:ext>
              </a:extLst>
            </p:cNvPr>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35" name="Oval 11">
              <a:extLst>
                <a:ext uri="{FF2B5EF4-FFF2-40B4-BE49-F238E27FC236}">
                  <a16:creationId xmlns:a16="http://schemas.microsoft.com/office/drawing/2014/main" id="{B6CD937D-6E6E-E0B4-674D-54F7A8406508}"/>
                </a:ext>
              </a:extLst>
            </p:cNvPr>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36" name="Oval 12">
              <a:extLst>
                <a:ext uri="{FF2B5EF4-FFF2-40B4-BE49-F238E27FC236}">
                  <a16:creationId xmlns:a16="http://schemas.microsoft.com/office/drawing/2014/main" id="{64CD2FC0-86F0-5858-9280-7310C86FDAD3}"/>
                </a:ext>
              </a:extLst>
            </p:cNvPr>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37" name="Oval 13">
              <a:extLst>
                <a:ext uri="{FF2B5EF4-FFF2-40B4-BE49-F238E27FC236}">
                  <a16:creationId xmlns:a16="http://schemas.microsoft.com/office/drawing/2014/main" id="{D9596419-EFFF-A1BE-B555-1E19A1E65544}"/>
                </a:ext>
              </a:extLst>
            </p:cNvPr>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38" name="Oval 14">
              <a:extLst>
                <a:ext uri="{FF2B5EF4-FFF2-40B4-BE49-F238E27FC236}">
                  <a16:creationId xmlns:a16="http://schemas.microsoft.com/office/drawing/2014/main" id="{F3DFC153-8630-3952-7107-7599C94DBF70}"/>
                </a:ext>
              </a:extLst>
            </p:cNvPr>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39" name="Oval 15">
              <a:extLst>
                <a:ext uri="{FF2B5EF4-FFF2-40B4-BE49-F238E27FC236}">
                  <a16:creationId xmlns:a16="http://schemas.microsoft.com/office/drawing/2014/main" id="{C9AC8D9A-525A-67ED-2BE9-A0830B7123E3}"/>
                </a:ext>
              </a:extLst>
            </p:cNvPr>
            <p:cNvSpPr>
              <a:spLocks noChangeArrowheads="1"/>
            </p:cNvSpPr>
            <p:nvPr/>
          </p:nvSpPr>
          <p:spPr bwMode="auto">
            <a:xfrm>
              <a:off x="5472" y="1072"/>
              <a:ext cx="75"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40" name="Oval 16">
              <a:extLst>
                <a:ext uri="{FF2B5EF4-FFF2-40B4-BE49-F238E27FC236}">
                  <a16:creationId xmlns:a16="http://schemas.microsoft.com/office/drawing/2014/main" id="{0ED0A2D0-0FA8-66A6-4739-C5EEEE8247D7}"/>
                </a:ext>
              </a:extLst>
            </p:cNvPr>
            <p:cNvSpPr>
              <a:spLocks noChangeArrowheads="1"/>
            </p:cNvSpPr>
            <p:nvPr/>
          </p:nvSpPr>
          <p:spPr bwMode="auto">
            <a:xfrm>
              <a:off x="5136" y="1184"/>
              <a:ext cx="80" cy="75"/>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41" name="Oval 17">
              <a:extLst>
                <a:ext uri="{FF2B5EF4-FFF2-40B4-BE49-F238E27FC236}">
                  <a16:creationId xmlns:a16="http://schemas.microsoft.com/office/drawing/2014/main" id="{BECA67D3-5352-95D1-362C-E590F118D8EF}"/>
                </a:ext>
              </a:extLst>
            </p:cNvPr>
            <p:cNvSpPr>
              <a:spLocks noChangeArrowheads="1"/>
            </p:cNvSpPr>
            <p:nvPr/>
          </p:nvSpPr>
          <p:spPr bwMode="auto">
            <a:xfrm>
              <a:off x="5248" y="1184"/>
              <a:ext cx="79" cy="75"/>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42" name="Oval 18">
              <a:extLst>
                <a:ext uri="{FF2B5EF4-FFF2-40B4-BE49-F238E27FC236}">
                  <a16:creationId xmlns:a16="http://schemas.microsoft.com/office/drawing/2014/main" id="{2B36220C-8669-7367-57CD-436527901339}"/>
                </a:ext>
              </a:extLst>
            </p:cNvPr>
            <p:cNvSpPr>
              <a:spLocks noChangeArrowheads="1"/>
            </p:cNvSpPr>
            <p:nvPr/>
          </p:nvSpPr>
          <p:spPr bwMode="auto">
            <a:xfrm>
              <a:off x="5360" y="1184"/>
              <a:ext cx="76" cy="75"/>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43" name="Oval 19">
              <a:extLst>
                <a:ext uri="{FF2B5EF4-FFF2-40B4-BE49-F238E27FC236}">
                  <a16:creationId xmlns:a16="http://schemas.microsoft.com/office/drawing/2014/main" id="{68422662-6DB8-DA2F-008A-DC04631F0FA9}"/>
                </a:ext>
              </a:extLst>
            </p:cNvPr>
            <p:cNvSpPr>
              <a:spLocks noChangeArrowheads="1"/>
            </p:cNvSpPr>
            <p:nvPr/>
          </p:nvSpPr>
          <p:spPr bwMode="auto">
            <a:xfrm>
              <a:off x="5472" y="1184"/>
              <a:ext cx="75" cy="75"/>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44" name="Oval 20">
              <a:extLst>
                <a:ext uri="{FF2B5EF4-FFF2-40B4-BE49-F238E27FC236}">
                  <a16:creationId xmlns:a16="http://schemas.microsoft.com/office/drawing/2014/main" id="{FC96C9F0-4CE9-ABC4-BA3B-9E90D9F3B40A}"/>
                </a:ext>
              </a:extLst>
            </p:cNvPr>
            <p:cNvSpPr>
              <a:spLocks noChangeArrowheads="1"/>
            </p:cNvSpPr>
            <p:nvPr/>
          </p:nvSpPr>
          <p:spPr bwMode="auto">
            <a:xfrm>
              <a:off x="5584" y="1184"/>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45" name="Oval 21">
              <a:extLst>
                <a:ext uri="{FF2B5EF4-FFF2-40B4-BE49-F238E27FC236}">
                  <a16:creationId xmlns:a16="http://schemas.microsoft.com/office/drawing/2014/main" id="{8F3A15F6-A24A-AD3E-C757-2C10EB78B022}"/>
                </a:ext>
              </a:extLst>
            </p:cNvPr>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46" name="Oval 22">
              <a:extLst>
                <a:ext uri="{FF2B5EF4-FFF2-40B4-BE49-F238E27FC236}">
                  <a16:creationId xmlns:a16="http://schemas.microsoft.com/office/drawing/2014/main" id="{05126C8C-E072-2206-51A2-91AAF4BA7DE9}"/>
                </a:ext>
              </a:extLst>
            </p:cNvPr>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47" name="Oval 23">
              <a:extLst>
                <a:ext uri="{FF2B5EF4-FFF2-40B4-BE49-F238E27FC236}">
                  <a16:creationId xmlns:a16="http://schemas.microsoft.com/office/drawing/2014/main" id="{615F964C-E8F1-4630-76A5-F37A1A2A4DCA}"/>
                </a:ext>
              </a:extLst>
            </p:cNvPr>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48" name="Oval 24">
              <a:extLst>
                <a:ext uri="{FF2B5EF4-FFF2-40B4-BE49-F238E27FC236}">
                  <a16:creationId xmlns:a16="http://schemas.microsoft.com/office/drawing/2014/main" id="{216BBA38-BD73-20AB-0316-4B65E1C88C8A}"/>
                </a:ext>
              </a:extLst>
            </p:cNvPr>
            <p:cNvSpPr>
              <a:spLocks noChangeArrowheads="1"/>
            </p:cNvSpPr>
            <p:nvPr/>
          </p:nvSpPr>
          <p:spPr bwMode="auto">
            <a:xfrm>
              <a:off x="5472" y="1296"/>
              <a:ext cx="75"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49" name="Oval 25">
              <a:extLst>
                <a:ext uri="{FF2B5EF4-FFF2-40B4-BE49-F238E27FC236}">
                  <a16:creationId xmlns:a16="http://schemas.microsoft.com/office/drawing/2014/main" id="{5409C52B-1ED8-B99F-CE02-514572A0BA53}"/>
                </a:ext>
              </a:extLst>
            </p:cNvPr>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50" name="Oval 26">
              <a:extLst>
                <a:ext uri="{FF2B5EF4-FFF2-40B4-BE49-F238E27FC236}">
                  <a16:creationId xmlns:a16="http://schemas.microsoft.com/office/drawing/2014/main" id="{C38F5784-958A-05F7-0059-039AB3CF65E8}"/>
                </a:ext>
              </a:extLst>
            </p:cNvPr>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51" name="Oval 27">
              <a:extLst>
                <a:ext uri="{FF2B5EF4-FFF2-40B4-BE49-F238E27FC236}">
                  <a16:creationId xmlns:a16="http://schemas.microsoft.com/office/drawing/2014/main" id="{04D05440-D987-FF8C-66EF-0E0ED8BB0696}"/>
                </a:ext>
              </a:extLst>
            </p:cNvPr>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52" name="Oval 28">
              <a:extLst>
                <a:ext uri="{FF2B5EF4-FFF2-40B4-BE49-F238E27FC236}">
                  <a16:creationId xmlns:a16="http://schemas.microsoft.com/office/drawing/2014/main" id="{1309B47B-32DC-59A2-5098-F8060A156B9C}"/>
                </a:ext>
              </a:extLst>
            </p:cNvPr>
            <p:cNvSpPr>
              <a:spLocks noChangeArrowheads="1"/>
            </p:cNvSpPr>
            <p:nvPr/>
          </p:nvSpPr>
          <p:spPr bwMode="auto">
            <a:xfrm>
              <a:off x="5472" y="1408"/>
              <a:ext cx="75"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53" name="Oval 29">
              <a:extLst>
                <a:ext uri="{FF2B5EF4-FFF2-40B4-BE49-F238E27FC236}">
                  <a16:creationId xmlns:a16="http://schemas.microsoft.com/office/drawing/2014/main" id="{450D6D2C-673C-399F-D9BC-55B4EB7F7EBC}"/>
                </a:ext>
              </a:extLst>
            </p:cNvPr>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54" name="Oval 30">
              <a:extLst>
                <a:ext uri="{FF2B5EF4-FFF2-40B4-BE49-F238E27FC236}">
                  <a16:creationId xmlns:a16="http://schemas.microsoft.com/office/drawing/2014/main" id="{99E715B6-49A1-C90C-1812-58261BFCF919}"/>
                </a:ext>
              </a:extLst>
            </p:cNvPr>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55" name="Oval 31">
              <a:extLst>
                <a:ext uri="{FF2B5EF4-FFF2-40B4-BE49-F238E27FC236}">
                  <a16:creationId xmlns:a16="http://schemas.microsoft.com/office/drawing/2014/main" id="{BB49C8E6-AA3B-A257-882D-5F00C2A6DC4F}"/>
                </a:ext>
              </a:extLst>
            </p:cNvPr>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56" name="Oval 32">
              <a:extLst>
                <a:ext uri="{FF2B5EF4-FFF2-40B4-BE49-F238E27FC236}">
                  <a16:creationId xmlns:a16="http://schemas.microsoft.com/office/drawing/2014/main" id="{7653060E-DD2D-A985-B5DE-9B3B5AB6EB13}"/>
                </a:ext>
              </a:extLst>
            </p:cNvPr>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57" name="Oval 33">
              <a:extLst>
                <a:ext uri="{FF2B5EF4-FFF2-40B4-BE49-F238E27FC236}">
                  <a16:creationId xmlns:a16="http://schemas.microsoft.com/office/drawing/2014/main" id="{8AD15B4F-C7D9-C0E1-619C-1CDD25E06E82}"/>
                </a:ext>
              </a:extLst>
            </p:cNvPr>
            <p:cNvSpPr>
              <a:spLocks noChangeArrowheads="1"/>
            </p:cNvSpPr>
            <p:nvPr/>
          </p:nvSpPr>
          <p:spPr bwMode="auto">
            <a:xfrm>
              <a:off x="5472" y="1520"/>
              <a:ext cx="75"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58" name="Oval 34">
              <a:extLst>
                <a:ext uri="{FF2B5EF4-FFF2-40B4-BE49-F238E27FC236}">
                  <a16:creationId xmlns:a16="http://schemas.microsoft.com/office/drawing/2014/main" id="{B8913BF2-2090-FC4A-AECE-CB09BB91A234}"/>
                </a:ext>
              </a:extLst>
            </p:cNvPr>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59" name="Oval 35">
              <a:extLst>
                <a:ext uri="{FF2B5EF4-FFF2-40B4-BE49-F238E27FC236}">
                  <a16:creationId xmlns:a16="http://schemas.microsoft.com/office/drawing/2014/main" id="{2BF327C5-9F00-2BB5-3B0D-E32645ECCE9D}"/>
                </a:ext>
              </a:extLst>
            </p:cNvPr>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60" name="Oval 36">
              <a:extLst>
                <a:ext uri="{FF2B5EF4-FFF2-40B4-BE49-F238E27FC236}">
                  <a16:creationId xmlns:a16="http://schemas.microsoft.com/office/drawing/2014/main" id="{48066578-1524-E6D0-A317-9A88B5E63EC3}"/>
                </a:ext>
              </a:extLst>
            </p:cNvPr>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61" name="Oval 37">
              <a:extLst>
                <a:ext uri="{FF2B5EF4-FFF2-40B4-BE49-F238E27FC236}">
                  <a16:creationId xmlns:a16="http://schemas.microsoft.com/office/drawing/2014/main" id="{CC749836-2AA8-6CA4-5AA6-CB016D494521}"/>
                </a:ext>
              </a:extLst>
            </p:cNvPr>
            <p:cNvSpPr>
              <a:spLocks noChangeArrowheads="1"/>
            </p:cNvSpPr>
            <p:nvPr/>
          </p:nvSpPr>
          <p:spPr bwMode="auto">
            <a:xfrm>
              <a:off x="5472" y="1632"/>
              <a:ext cx="75"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62" name="Oval 38">
              <a:extLst>
                <a:ext uri="{FF2B5EF4-FFF2-40B4-BE49-F238E27FC236}">
                  <a16:creationId xmlns:a16="http://schemas.microsoft.com/office/drawing/2014/main" id="{4B6E3A0F-368C-768D-3638-5A145985A2AD}"/>
                </a:ext>
              </a:extLst>
            </p:cNvPr>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sp>
          <p:nvSpPr>
            <p:cNvPr id="1063" name="Oval 39">
              <a:extLst>
                <a:ext uri="{FF2B5EF4-FFF2-40B4-BE49-F238E27FC236}">
                  <a16:creationId xmlns:a16="http://schemas.microsoft.com/office/drawing/2014/main" id="{5EA0F372-9796-DF40-DEB8-84F597DD2E13}"/>
                </a:ext>
              </a:extLst>
            </p:cNvPr>
            <p:cNvSpPr>
              <a:spLocks noChangeArrowheads="1"/>
            </p:cNvSpPr>
            <p:nvPr/>
          </p:nvSpPr>
          <p:spPr bwMode="auto">
            <a:xfrm>
              <a:off x="5472" y="1744"/>
              <a:ext cx="75"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n-US"/>
            </a:p>
          </p:txBody>
        </p:sp>
      </p:grpSp>
    </p:spTree>
  </p:cSld>
  <p:clrMap bg1="lt1" tx1="dk1" bg2="lt2" tx2="dk2" accent1="accent1" accent2="accent2" accent3="accent3" accent4="accent4" accent5="accent5" accent6="accent6" hlink="hlink" folHlink="folHlink"/>
  <p:sldLayoutIdLst>
    <p:sldLayoutId id="2147483781"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Lst>
  <p:hf sldNum="0" hdr="0" ft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defRPr>
      </a:lvl2pPr>
      <a:lvl3pPr algn="l" rtl="0" eaLnBrk="0" fontAlgn="base" hangingPunct="0">
        <a:spcBef>
          <a:spcPct val="0"/>
        </a:spcBef>
        <a:spcAft>
          <a:spcPct val="0"/>
        </a:spcAft>
        <a:defRPr sz="3900" b="1">
          <a:solidFill>
            <a:schemeClr val="tx2"/>
          </a:solidFill>
          <a:latin typeface="Arial" charset="0"/>
        </a:defRPr>
      </a:lvl3pPr>
      <a:lvl4pPr algn="l" rtl="0" eaLnBrk="0" fontAlgn="base" hangingPunct="0">
        <a:spcBef>
          <a:spcPct val="0"/>
        </a:spcBef>
        <a:spcAft>
          <a:spcPct val="0"/>
        </a:spcAft>
        <a:defRPr sz="3900" b="1">
          <a:solidFill>
            <a:schemeClr val="tx2"/>
          </a:solidFill>
          <a:latin typeface="Arial" charset="0"/>
        </a:defRPr>
      </a:lvl4pPr>
      <a:lvl5pPr algn="l" rtl="0" eaLnBrk="0" fontAlgn="base" hangingPunct="0">
        <a:spcBef>
          <a:spcPct val="0"/>
        </a:spcBef>
        <a:spcAft>
          <a:spcPct val="0"/>
        </a:spcAft>
        <a:defRPr sz="3900" b="1">
          <a:solidFill>
            <a:schemeClr val="tx2"/>
          </a:solidFill>
          <a:latin typeface="Arial" charset="0"/>
        </a:defRPr>
      </a:lvl5pPr>
      <a:lvl6pPr marL="457200" algn="l" rtl="0" fontAlgn="base">
        <a:spcBef>
          <a:spcPct val="0"/>
        </a:spcBef>
        <a:spcAft>
          <a:spcPct val="0"/>
        </a:spcAft>
        <a:defRPr sz="3900" b="1">
          <a:solidFill>
            <a:schemeClr val="tx2"/>
          </a:solidFill>
          <a:latin typeface="Arial" charset="0"/>
        </a:defRPr>
      </a:lvl6pPr>
      <a:lvl7pPr marL="914400" algn="l" rtl="0" fontAlgn="base">
        <a:spcBef>
          <a:spcPct val="0"/>
        </a:spcBef>
        <a:spcAft>
          <a:spcPct val="0"/>
        </a:spcAft>
        <a:defRPr sz="3900" b="1">
          <a:solidFill>
            <a:schemeClr val="tx2"/>
          </a:solidFill>
          <a:latin typeface="Arial" charset="0"/>
        </a:defRPr>
      </a:lvl7pPr>
      <a:lvl8pPr marL="1371600" algn="l" rtl="0" fontAlgn="base">
        <a:spcBef>
          <a:spcPct val="0"/>
        </a:spcBef>
        <a:spcAft>
          <a:spcPct val="0"/>
        </a:spcAft>
        <a:defRPr sz="3900" b="1">
          <a:solidFill>
            <a:schemeClr val="tx2"/>
          </a:solidFill>
          <a:latin typeface="Arial" charset="0"/>
        </a:defRPr>
      </a:lvl8pPr>
      <a:lvl9pPr marL="1828800" algn="l" rtl="0" fontAlgn="base">
        <a:spcBef>
          <a:spcPct val="0"/>
        </a:spcBef>
        <a:spcAft>
          <a:spcPct val="0"/>
        </a:spcAft>
        <a:defRPr sz="3900" b="1">
          <a:solidFill>
            <a:schemeClr val="tx2"/>
          </a:solidFill>
          <a:latin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E27AB89-45AB-4009-B453-904653DB16E9}"/>
              </a:ext>
            </a:extLst>
          </p:cNvPr>
          <p:cNvSpPr>
            <a:spLocks noGrp="1" noChangeArrowheads="1"/>
          </p:cNvSpPr>
          <p:nvPr>
            <p:ph type="ctrTitle"/>
          </p:nvPr>
        </p:nvSpPr>
        <p:spPr/>
        <p:txBody>
          <a:bodyPr/>
          <a:lstStyle/>
          <a:p>
            <a:pPr algn="ctr" eaLnBrk="1" hangingPunct="1"/>
            <a:r>
              <a:rPr lang="es-CL" altLang="es-HN" sz="4000" b="0"/>
              <a:t>MANUAL </a:t>
            </a:r>
            <a:br>
              <a:rPr lang="es-CL" altLang="es-HN" sz="3200"/>
            </a:br>
            <a:r>
              <a:rPr lang="es-CL" altLang="es-HN" sz="3200"/>
              <a:t>TEST   WONDERLIC</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1 Título">
            <a:extLst>
              <a:ext uri="{FF2B5EF4-FFF2-40B4-BE49-F238E27FC236}">
                <a16:creationId xmlns:a16="http://schemas.microsoft.com/office/drawing/2014/main" id="{34268B02-4659-C24C-9F7E-ADA933FB942A}"/>
              </a:ext>
            </a:extLst>
          </p:cNvPr>
          <p:cNvSpPr>
            <a:spLocks noGrp="1"/>
          </p:cNvSpPr>
          <p:nvPr>
            <p:ph type="title"/>
          </p:nvPr>
        </p:nvSpPr>
        <p:spPr>
          <a:xfrm>
            <a:off x="457200" y="122238"/>
            <a:ext cx="7543800" cy="498475"/>
          </a:xfrm>
        </p:spPr>
        <p:txBody>
          <a:bodyPr/>
          <a:lstStyle/>
          <a:p>
            <a:pPr algn="ctr" eaLnBrk="1" hangingPunct="1"/>
            <a:r>
              <a:rPr lang="es-MX" altLang="es-HN" sz="2400" dirty="0"/>
              <a:t>Descripción WPT</a:t>
            </a:r>
            <a:endParaRPr lang="es-ES" altLang="es-HN" sz="2400" dirty="0"/>
          </a:p>
        </p:txBody>
      </p:sp>
      <p:sp>
        <p:nvSpPr>
          <p:cNvPr id="7171" name="2 Marcador de contenido">
            <a:extLst>
              <a:ext uri="{FF2B5EF4-FFF2-40B4-BE49-F238E27FC236}">
                <a16:creationId xmlns:a16="http://schemas.microsoft.com/office/drawing/2014/main" id="{F10A245C-53CE-75AB-819B-C57232EC0CB1}"/>
              </a:ext>
            </a:extLst>
          </p:cNvPr>
          <p:cNvSpPr>
            <a:spLocks noGrp="1"/>
          </p:cNvSpPr>
          <p:nvPr>
            <p:ph idx="1"/>
          </p:nvPr>
        </p:nvSpPr>
        <p:spPr>
          <a:xfrm>
            <a:off x="457200" y="981075"/>
            <a:ext cx="8229600" cy="5149850"/>
          </a:xfrm>
        </p:spPr>
        <p:txBody>
          <a:bodyPr/>
          <a:lstStyle/>
          <a:p>
            <a:pPr algn="just" eaLnBrk="1" hangingPunct="1">
              <a:buFont typeface="Wingdings" panose="05000000000000000000" pitchFamily="2" charset="2"/>
              <a:buNone/>
            </a:pPr>
            <a:endParaRPr lang="en-US" altLang="es-HN" sz="2000" b="1" dirty="0"/>
          </a:p>
          <a:p>
            <a:pPr algn="just"/>
            <a:r>
              <a:rPr lang="es-ES" altLang="es-HN" sz="2000" dirty="0"/>
              <a:t>La prueba de personal Wonderlic, (WPT), es una medida de la forma corta de capacidad mental general para la ayuda en la selección de personal. Fue diseñada de una forma simple para facilitar su administración e interpretación.  </a:t>
            </a:r>
          </a:p>
          <a:p>
            <a:pPr algn="just">
              <a:buFont typeface="Wingdings" panose="05000000000000000000" pitchFamily="2" charset="2"/>
              <a:buNone/>
            </a:pPr>
            <a:endParaRPr lang="es-ES" altLang="es-HN" sz="2000" dirty="0"/>
          </a:p>
          <a:p>
            <a:pPr algn="just"/>
            <a:r>
              <a:rPr lang="es-ES" altLang="es-HN" sz="2000" dirty="0"/>
              <a:t>Fue creada en 1937 por E.F. Wonderlic para ser un filtro en el proceso de selección, es decir, disminuir el número de aspirantes al empleo dejando aquellos cuya capacidad general fuera adecuada para el desempeño de sus funciones. El proceso de los resultados del Wonderlic combina la información de la investigación del departamento de ESTADOS UNIDOS del trabajo con un análisis de  trabajos específicos.</a:t>
            </a:r>
          </a:p>
          <a:p>
            <a:pPr algn="just">
              <a:buFont typeface="Wingdings" panose="05000000000000000000" pitchFamily="2" charset="2"/>
              <a:buNone/>
            </a:pPr>
            <a:endParaRPr lang="es-ES" altLang="es-HN" sz="2000" dirty="0"/>
          </a:p>
          <a:p>
            <a:pPr algn="just"/>
            <a:r>
              <a:rPr lang="es-ES" altLang="es-HN" sz="2000" dirty="0"/>
              <a:t>Wonderlic nace originalmente  como una revisión de la prueba de capacidad mental Otis modificada para efectos de la selección de personal.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1 Título">
            <a:extLst>
              <a:ext uri="{FF2B5EF4-FFF2-40B4-BE49-F238E27FC236}">
                <a16:creationId xmlns:a16="http://schemas.microsoft.com/office/drawing/2014/main" id="{AB6CB056-9D0C-DBAE-1698-92301A54E5DF}"/>
              </a:ext>
            </a:extLst>
          </p:cNvPr>
          <p:cNvSpPr>
            <a:spLocks noGrp="1"/>
          </p:cNvSpPr>
          <p:nvPr>
            <p:ph type="title"/>
          </p:nvPr>
        </p:nvSpPr>
        <p:spPr>
          <a:xfrm>
            <a:off x="457200" y="122238"/>
            <a:ext cx="7543800" cy="714375"/>
          </a:xfrm>
        </p:spPr>
        <p:txBody>
          <a:bodyPr/>
          <a:lstStyle/>
          <a:p>
            <a:pPr algn="ctr"/>
            <a:r>
              <a:rPr lang="es-ES" altLang="es-HN" sz="2400"/>
              <a:t>Confiabilidad y validez</a:t>
            </a:r>
          </a:p>
        </p:txBody>
      </p:sp>
      <p:sp>
        <p:nvSpPr>
          <p:cNvPr id="8195" name="2 Marcador de contenido">
            <a:extLst>
              <a:ext uri="{FF2B5EF4-FFF2-40B4-BE49-F238E27FC236}">
                <a16:creationId xmlns:a16="http://schemas.microsoft.com/office/drawing/2014/main" id="{C0DFE7F5-230E-D6A0-68A1-961A43726D90}"/>
              </a:ext>
            </a:extLst>
          </p:cNvPr>
          <p:cNvSpPr>
            <a:spLocks noGrp="1"/>
          </p:cNvSpPr>
          <p:nvPr>
            <p:ph idx="1"/>
          </p:nvPr>
        </p:nvSpPr>
        <p:spPr/>
        <p:txBody>
          <a:bodyPr/>
          <a:lstStyle/>
          <a:p>
            <a:pPr eaLnBrk="1" hangingPunct="1">
              <a:buFont typeface="Wingdings" panose="05000000000000000000" pitchFamily="2" charset="2"/>
              <a:buNone/>
            </a:pPr>
            <a:endParaRPr lang="en-US" altLang="es-HN" sz="2400" b="1" dirty="0"/>
          </a:p>
          <a:p>
            <a:r>
              <a:rPr lang="es-ES" altLang="es-HN" sz="2400" dirty="0"/>
              <a:t>El manual divulga las confiabilidades pares e impares, que no son apropiadas para las pruebas rápidas; sin embargo, también  divulga una prueba test- </a:t>
            </a:r>
            <a:r>
              <a:rPr lang="es-ES" altLang="es-HN" sz="2400" dirty="0" err="1"/>
              <a:t>retest</a:t>
            </a:r>
            <a:r>
              <a:rPr lang="es-ES" altLang="es-HN" sz="2400" dirty="0"/>
              <a:t> que arroja confiabilidades del 82 al 94 y del 73 al 95 para la forma alternativa. </a:t>
            </a:r>
          </a:p>
          <a:p>
            <a:pPr>
              <a:buFont typeface="Wingdings" panose="05000000000000000000" pitchFamily="2" charset="2"/>
              <a:buNone/>
            </a:pPr>
            <a:endParaRPr lang="es-ES" altLang="es-HN" sz="2400" dirty="0"/>
          </a:p>
          <a:p>
            <a:r>
              <a:rPr lang="es-ES" altLang="es-HN" sz="2400" dirty="0"/>
              <a:t>La validez arroja correlaciones con el nivel de enseñanza y/o el logro académico  entre el 30 y el 80.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1 Título">
            <a:extLst>
              <a:ext uri="{FF2B5EF4-FFF2-40B4-BE49-F238E27FC236}">
                <a16:creationId xmlns:a16="http://schemas.microsoft.com/office/drawing/2014/main" id="{B88DCB10-F1FC-F617-3707-4B2790D88568}"/>
              </a:ext>
            </a:extLst>
          </p:cNvPr>
          <p:cNvSpPr>
            <a:spLocks noGrp="1"/>
          </p:cNvSpPr>
          <p:nvPr>
            <p:ph type="title"/>
          </p:nvPr>
        </p:nvSpPr>
        <p:spPr>
          <a:xfrm>
            <a:off x="457200" y="122238"/>
            <a:ext cx="7543800" cy="714375"/>
          </a:xfrm>
        </p:spPr>
        <p:txBody>
          <a:bodyPr/>
          <a:lstStyle/>
          <a:p>
            <a:pPr algn="ctr"/>
            <a:r>
              <a:rPr lang="es-ES" altLang="es-HN" sz="2400"/>
              <a:t>Contenido</a:t>
            </a:r>
          </a:p>
        </p:txBody>
      </p:sp>
      <p:sp>
        <p:nvSpPr>
          <p:cNvPr id="9219" name="2 Marcador de contenido">
            <a:extLst>
              <a:ext uri="{FF2B5EF4-FFF2-40B4-BE49-F238E27FC236}">
                <a16:creationId xmlns:a16="http://schemas.microsoft.com/office/drawing/2014/main" id="{9122E1D8-3D0A-32A3-3DFC-6913CE1AF87C}"/>
              </a:ext>
            </a:extLst>
          </p:cNvPr>
          <p:cNvSpPr>
            <a:spLocks noGrp="1"/>
          </p:cNvSpPr>
          <p:nvPr>
            <p:ph idx="1"/>
          </p:nvPr>
        </p:nvSpPr>
        <p:spPr/>
        <p:txBody>
          <a:bodyPr/>
          <a:lstStyle/>
          <a:p>
            <a:pPr algn="just" eaLnBrk="1" hangingPunct="1">
              <a:buFont typeface="Wingdings" panose="05000000000000000000" pitchFamily="2" charset="2"/>
              <a:buNone/>
            </a:pPr>
            <a:endParaRPr lang="en-US" altLang="es-HN" sz="2400" b="1" dirty="0"/>
          </a:p>
          <a:p>
            <a:pPr algn="just"/>
            <a:r>
              <a:rPr lang="es-ES" altLang="es-HN" sz="2400" dirty="0"/>
              <a:t>El Wonderlic posee 50 preguntas de razonamiento lógico  y resolución de problemas que están distribuidas de menor a mayor dificultad, presentando una gran diversidad de tipos de problemas: analogías, análisis de figuras geométricas, organización de oraciones, definiciones, organización espacial, habilidades de lenguaje, etc</a:t>
            </a:r>
            <a:r>
              <a:rPr lang="es-ES" altLang="es-HN" sz="1600"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1 Título">
            <a:extLst>
              <a:ext uri="{FF2B5EF4-FFF2-40B4-BE49-F238E27FC236}">
                <a16:creationId xmlns:a16="http://schemas.microsoft.com/office/drawing/2014/main" id="{AABACCB7-E624-29B4-CBCC-F909C23B1700}"/>
              </a:ext>
            </a:extLst>
          </p:cNvPr>
          <p:cNvSpPr>
            <a:spLocks noGrp="1"/>
          </p:cNvSpPr>
          <p:nvPr>
            <p:ph type="title"/>
          </p:nvPr>
        </p:nvSpPr>
        <p:spPr>
          <a:xfrm>
            <a:off x="457200" y="122238"/>
            <a:ext cx="7543800" cy="427037"/>
          </a:xfrm>
        </p:spPr>
        <p:txBody>
          <a:bodyPr/>
          <a:lstStyle/>
          <a:p>
            <a:pPr algn="ctr"/>
            <a:r>
              <a:rPr lang="es-ES" altLang="es-HN" sz="2400"/>
              <a:t>Qué Mide</a:t>
            </a:r>
          </a:p>
        </p:txBody>
      </p:sp>
      <p:sp>
        <p:nvSpPr>
          <p:cNvPr id="10243" name="2 Marcador de contenido">
            <a:extLst>
              <a:ext uri="{FF2B5EF4-FFF2-40B4-BE49-F238E27FC236}">
                <a16:creationId xmlns:a16="http://schemas.microsoft.com/office/drawing/2014/main" id="{719419F3-A319-BD82-2522-84B0660842E5}"/>
              </a:ext>
            </a:extLst>
          </p:cNvPr>
          <p:cNvSpPr>
            <a:spLocks noGrp="1"/>
          </p:cNvSpPr>
          <p:nvPr>
            <p:ph idx="1"/>
          </p:nvPr>
        </p:nvSpPr>
        <p:spPr>
          <a:xfrm>
            <a:off x="394138" y="692150"/>
            <a:ext cx="8229600" cy="5473700"/>
          </a:xfrm>
        </p:spPr>
        <p:txBody>
          <a:bodyPr/>
          <a:lstStyle/>
          <a:p>
            <a:pPr eaLnBrk="1" hangingPunct="1">
              <a:buFont typeface="Wingdings" panose="05000000000000000000" pitchFamily="2" charset="2"/>
              <a:buNone/>
            </a:pPr>
            <a:endParaRPr lang="en-US" altLang="es-HN" sz="1800" b="1" dirty="0"/>
          </a:p>
          <a:p>
            <a:r>
              <a:rPr lang="es-ES" altLang="es-HN" sz="1800" dirty="0"/>
              <a:t>La prueba de personal Wonderlic (WPT) es una prueba de </a:t>
            </a:r>
          </a:p>
          <a:p>
            <a:pPr>
              <a:buFont typeface="Wingdings" panose="05000000000000000000" pitchFamily="2" charset="2"/>
              <a:buNone/>
            </a:pPr>
            <a:r>
              <a:rPr lang="es-ES" altLang="es-HN" sz="1800" dirty="0"/>
              <a:t>	inteligencia general usada para la selección y la colocación del </a:t>
            </a:r>
          </a:p>
          <a:p>
            <a:pPr>
              <a:buFont typeface="Wingdings" panose="05000000000000000000" pitchFamily="2" charset="2"/>
              <a:buNone/>
            </a:pPr>
            <a:r>
              <a:rPr lang="es-ES" altLang="es-HN" sz="1800" dirty="0"/>
              <a:t>	personal del negocio y para la orientación vocacional. El WPT mide la capacidad de los individuos de aprender, de adaptarse, de solucionar problemas, y de entender instrucciones. Es un predictor válido del funcionamiento de trabajo futuro, y puede ser utilizado para las posiciones que se extienden de la rutina a lo complejo.</a:t>
            </a:r>
            <a:br>
              <a:rPr lang="es-ES" altLang="es-HN" sz="1800" dirty="0"/>
            </a:br>
            <a:endParaRPr lang="es-ES" altLang="es-HN" sz="1800" dirty="0"/>
          </a:p>
          <a:p>
            <a:r>
              <a:rPr lang="es-ES" altLang="es-HN" sz="1800" dirty="0"/>
              <a:t>Mide la capacidad de un candidato para: </a:t>
            </a:r>
          </a:p>
          <a:p>
            <a:pPr lvl="1"/>
            <a:r>
              <a:rPr lang="es-ES" altLang="es-HN" sz="1800" dirty="0"/>
              <a:t>Aprender un trabajo específico </a:t>
            </a:r>
          </a:p>
          <a:p>
            <a:pPr lvl="1"/>
            <a:r>
              <a:rPr lang="es-ES" altLang="es-HN" sz="1800" dirty="0"/>
              <a:t>Solucionar los problemas </a:t>
            </a:r>
          </a:p>
          <a:p>
            <a:pPr lvl="1"/>
            <a:r>
              <a:rPr lang="es-ES" altLang="es-HN" sz="1800" dirty="0"/>
              <a:t>Entender las instrucciones </a:t>
            </a:r>
          </a:p>
          <a:p>
            <a:pPr lvl="1"/>
            <a:r>
              <a:rPr lang="es-ES" altLang="es-HN" sz="1800" dirty="0"/>
              <a:t>Aplicar  el conocimiento a las nuevas situaciones </a:t>
            </a:r>
          </a:p>
          <a:p>
            <a:pPr lvl="1"/>
            <a:r>
              <a:rPr lang="es-ES" altLang="es-HN" sz="1800" dirty="0"/>
              <a:t>Beneficiar del entrenamiento específico del trabajo </a:t>
            </a:r>
          </a:p>
          <a:p>
            <a:pPr lvl="1"/>
            <a:r>
              <a:rPr lang="es-ES" altLang="es-HN" sz="1800" dirty="0"/>
              <a:t>Estar satisfecho con un trabajo particular</a:t>
            </a:r>
          </a:p>
          <a:p>
            <a:pPr lvl="1"/>
            <a:r>
              <a:rPr lang="es-ES" altLang="es-HN" sz="1800" dirty="0"/>
              <a:t>La prueba del empleo le permite emparejar a gente con las posiciones que satisfacen su velocidad y aptitud el aprender. </a:t>
            </a:r>
            <a:br>
              <a:rPr lang="es-ES" altLang="es-HN" sz="1800" dirty="0"/>
            </a:br>
            <a:endParaRPr lang="es-ES" altLang="es-HN"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1 Título">
            <a:extLst>
              <a:ext uri="{FF2B5EF4-FFF2-40B4-BE49-F238E27FC236}">
                <a16:creationId xmlns:a16="http://schemas.microsoft.com/office/drawing/2014/main" id="{304D8020-C0DF-1027-16FD-1CD555D0D853}"/>
              </a:ext>
            </a:extLst>
          </p:cNvPr>
          <p:cNvSpPr>
            <a:spLocks noGrp="1"/>
          </p:cNvSpPr>
          <p:nvPr>
            <p:ph type="title"/>
          </p:nvPr>
        </p:nvSpPr>
        <p:spPr>
          <a:xfrm>
            <a:off x="457200" y="122238"/>
            <a:ext cx="7543800" cy="785812"/>
          </a:xfrm>
        </p:spPr>
        <p:txBody>
          <a:bodyPr/>
          <a:lstStyle/>
          <a:p>
            <a:pPr algn="ctr"/>
            <a:r>
              <a:rPr lang="es-ES" altLang="es-HN" sz="2400"/>
              <a:t>Consigna de Aplicación</a:t>
            </a:r>
          </a:p>
        </p:txBody>
      </p:sp>
      <p:sp>
        <p:nvSpPr>
          <p:cNvPr id="11267" name="2 Marcador de contenido">
            <a:extLst>
              <a:ext uri="{FF2B5EF4-FFF2-40B4-BE49-F238E27FC236}">
                <a16:creationId xmlns:a16="http://schemas.microsoft.com/office/drawing/2014/main" id="{DDD7E492-85D8-6256-473C-666A55F162F3}"/>
              </a:ext>
            </a:extLst>
          </p:cNvPr>
          <p:cNvSpPr>
            <a:spLocks noGrp="1"/>
          </p:cNvSpPr>
          <p:nvPr>
            <p:ph idx="1"/>
          </p:nvPr>
        </p:nvSpPr>
        <p:spPr>
          <a:xfrm>
            <a:off x="500063" y="981075"/>
            <a:ext cx="8229600" cy="4859338"/>
          </a:xfrm>
        </p:spPr>
        <p:txBody>
          <a:bodyPr/>
          <a:lstStyle/>
          <a:p>
            <a:pPr eaLnBrk="1" hangingPunct="1">
              <a:buFont typeface="Wingdings" panose="05000000000000000000" pitchFamily="2" charset="2"/>
              <a:buNone/>
            </a:pPr>
            <a:endParaRPr lang="en-US" altLang="es-HN" sz="1600" b="1"/>
          </a:p>
          <a:p>
            <a:r>
              <a:rPr lang="es-ES" altLang="es-HN" sz="2000"/>
              <a:t>“Esta es una prueba que mide su capacidad para resolver problemas. Cuenta con 50 preguntas que usted deberá tratar de contestar en un tiempo limitado. Intente responder todo lo que pueda de forma correcta. No se puede usar nada para la resolución de los problemas más que la propia capacidad. Pueden rayar el reverso de la prueba para cálculos u otro. Tendrá 12 minutos para la resolución de esta prueba. Una vez comenzada la prueba no se permitirán preguntas de ningún tipo”. Se leen los ejemplos y se contestan asegurándose de que todos los postulantes entiendan la forma de contestar, luego se da la indicación de comenzar la prueba y se toma el tiempo.</a:t>
            </a:r>
          </a:p>
          <a:p>
            <a:pPr>
              <a:buFont typeface="Wingdings" panose="05000000000000000000" pitchFamily="2" charset="2"/>
              <a:buNone/>
            </a:pPr>
            <a:endParaRPr lang="es-ES" altLang="es-HN" sz="2000"/>
          </a:p>
          <a:p>
            <a:r>
              <a:rPr lang="es-ES" altLang="es-HN" sz="2000"/>
              <a:t>Después de 12 minutos se da la indicación de dejar de contestar y de dar vuelta la prueba para que sea retirada por el administrador.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1 Título">
            <a:extLst>
              <a:ext uri="{FF2B5EF4-FFF2-40B4-BE49-F238E27FC236}">
                <a16:creationId xmlns:a16="http://schemas.microsoft.com/office/drawing/2014/main" id="{F4806070-5FD4-535A-E42E-56A6A1958B1E}"/>
              </a:ext>
            </a:extLst>
          </p:cNvPr>
          <p:cNvSpPr>
            <a:spLocks noGrp="1"/>
          </p:cNvSpPr>
          <p:nvPr>
            <p:ph type="title"/>
          </p:nvPr>
        </p:nvSpPr>
        <p:spPr>
          <a:xfrm>
            <a:off x="500063" y="142875"/>
            <a:ext cx="7543800" cy="571500"/>
          </a:xfrm>
        </p:spPr>
        <p:txBody>
          <a:bodyPr/>
          <a:lstStyle/>
          <a:p>
            <a:pPr algn="ctr" eaLnBrk="1" hangingPunct="1"/>
            <a:r>
              <a:rPr lang="es-MX" altLang="es-HN" sz="2400"/>
              <a:t>Material de Aplicación</a:t>
            </a:r>
            <a:endParaRPr lang="es-ES" altLang="es-HN" sz="2400"/>
          </a:p>
        </p:txBody>
      </p:sp>
      <p:sp>
        <p:nvSpPr>
          <p:cNvPr id="12291" name="2 Marcador de contenido">
            <a:extLst>
              <a:ext uri="{FF2B5EF4-FFF2-40B4-BE49-F238E27FC236}">
                <a16:creationId xmlns:a16="http://schemas.microsoft.com/office/drawing/2014/main" id="{D928D02C-4ED5-3A93-4E21-D39E4679D587}"/>
              </a:ext>
            </a:extLst>
          </p:cNvPr>
          <p:cNvSpPr>
            <a:spLocks noGrp="1"/>
          </p:cNvSpPr>
          <p:nvPr>
            <p:ph idx="1"/>
          </p:nvPr>
        </p:nvSpPr>
        <p:spPr>
          <a:xfrm>
            <a:off x="428625" y="620713"/>
            <a:ext cx="8229600" cy="5362575"/>
          </a:xfrm>
        </p:spPr>
        <p:txBody>
          <a:bodyPr/>
          <a:lstStyle/>
          <a:p>
            <a:pPr eaLnBrk="1" hangingPunct="1">
              <a:buFont typeface="Wingdings" panose="05000000000000000000" pitchFamily="2" charset="2"/>
              <a:buNone/>
            </a:pPr>
            <a:r>
              <a:rPr lang="es-ES" altLang="es-HN" sz="1600" b="1"/>
              <a:t>	</a:t>
            </a:r>
            <a:endParaRPr lang="es-ES" altLang="es-HN" sz="1000"/>
          </a:p>
          <a:p>
            <a:pPr eaLnBrk="1" hangingPunct="1"/>
            <a:r>
              <a:rPr lang="es-ES" altLang="es-HN" sz="1600" b="1"/>
              <a:t>CUADERNILLO. </a:t>
            </a:r>
            <a:r>
              <a:rPr lang="es-ES" altLang="es-HN" sz="1600"/>
              <a:t>Consta de 5 páginas donde el candidato lee las</a:t>
            </a:r>
          </a:p>
          <a:p>
            <a:pPr lvl="1" eaLnBrk="1" hangingPunct="1">
              <a:buFont typeface="Wingdings" panose="05000000000000000000" pitchFamily="2" charset="2"/>
              <a:buNone/>
            </a:pPr>
            <a:r>
              <a:rPr lang="es-ES" altLang="es-HN" sz="1600"/>
              <a:t>instrucciones, los problemas y </a:t>
            </a:r>
            <a:r>
              <a:rPr lang="es-ES" altLang="es-HN" sz="1600" u="sng"/>
              <a:t>contesta directamente.</a:t>
            </a:r>
          </a:p>
          <a:p>
            <a:pPr eaLnBrk="1" hangingPunct="1"/>
            <a:endParaRPr lang="es-MX" altLang="es-HN" sz="1600"/>
          </a:p>
          <a:p>
            <a:pPr eaLnBrk="1" hangingPunct="1">
              <a:buFont typeface="Wingdings" panose="05000000000000000000" pitchFamily="2" charset="2"/>
              <a:buNone/>
            </a:pPr>
            <a:endParaRPr lang="es-ES" altLang="es-HN" sz="1600"/>
          </a:p>
          <a:p>
            <a:pPr eaLnBrk="1" hangingPunct="1">
              <a:buFont typeface="Wingdings" panose="05000000000000000000" pitchFamily="2" charset="2"/>
              <a:buNone/>
            </a:pPr>
            <a:endParaRPr lang="es-ES" altLang="es-HN" sz="1600"/>
          </a:p>
          <a:p>
            <a:pPr eaLnBrk="1" hangingPunct="1">
              <a:buFont typeface="Wingdings" panose="05000000000000000000" pitchFamily="2" charset="2"/>
              <a:buNone/>
            </a:pPr>
            <a:endParaRPr lang="es-ES" altLang="es-HN" sz="1400"/>
          </a:p>
        </p:txBody>
      </p:sp>
      <p:pic>
        <p:nvPicPr>
          <p:cNvPr id="12292" name="6 Imagen" descr="wonder_cua.gif">
            <a:extLst>
              <a:ext uri="{FF2B5EF4-FFF2-40B4-BE49-F238E27FC236}">
                <a16:creationId xmlns:a16="http://schemas.microsoft.com/office/drawing/2014/main" id="{92D3572E-5C23-DD24-5CE5-F4F4F8DA71E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65200" y="1628775"/>
            <a:ext cx="7011988" cy="499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1 Título">
            <a:extLst>
              <a:ext uri="{FF2B5EF4-FFF2-40B4-BE49-F238E27FC236}">
                <a16:creationId xmlns:a16="http://schemas.microsoft.com/office/drawing/2014/main" id="{D2D65FB2-8130-66A2-B3E5-9F6FEBA79AEE}"/>
              </a:ext>
            </a:extLst>
          </p:cNvPr>
          <p:cNvSpPr>
            <a:spLocks noGrp="1"/>
          </p:cNvSpPr>
          <p:nvPr>
            <p:ph type="title"/>
          </p:nvPr>
        </p:nvSpPr>
        <p:spPr>
          <a:xfrm>
            <a:off x="500063" y="142875"/>
            <a:ext cx="7543800" cy="642938"/>
          </a:xfrm>
        </p:spPr>
        <p:txBody>
          <a:bodyPr/>
          <a:lstStyle/>
          <a:p>
            <a:pPr algn="ctr" eaLnBrk="1" hangingPunct="1"/>
            <a:r>
              <a:rPr lang="es-MX" altLang="es-HN" sz="2400"/>
              <a:t>Material de Aplicación</a:t>
            </a:r>
            <a:endParaRPr lang="es-ES" altLang="es-HN" sz="2400"/>
          </a:p>
        </p:txBody>
      </p:sp>
      <p:sp>
        <p:nvSpPr>
          <p:cNvPr id="13315" name="2 Marcador de contenido">
            <a:extLst>
              <a:ext uri="{FF2B5EF4-FFF2-40B4-BE49-F238E27FC236}">
                <a16:creationId xmlns:a16="http://schemas.microsoft.com/office/drawing/2014/main" id="{459753ED-4848-DF1C-E187-4DAF235B2A42}"/>
              </a:ext>
            </a:extLst>
          </p:cNvPr>
          <p:cNvSpPr>
            <a:spLocks noGrp="1"/>
          </p:cNvSpPr>
          <p:nvPr>
            <p:ph idx="1"/>
          </p:nvPr>
        </p:nvSpPr>
        <p:spPr>
          <a:xfrm>
            <a:off x="428625" y="620713"/>
            <a:ext cx="8229600" cy="5362575"/>
          </a:xfrm>
        </p:spPr>
        <p:txBody>
          <a:bodyPr/>
          <a:lstStyle/>
          <a:p>
            <a:pPr eaLnBrk="1" hangingPunct="1">
              <a:buFont typeface="Wingdings" panose="05000000000000000000" pitchFamily="2" charset="2"/>
              <a:buNone/>
            </a:pPr>
            <a:r>
              <a:rPr lang="es-ES" altLang="es-HN" sz="1600" b="1"/>
              <a:t>	</a:t>
            </a:r>
            <a:endParaRPr lang="es-ES" altLang="es-HN" sz="1000"/>
          </a:p>
          <a:p>
            <a:pPr eaLnBrk="1" hangingPunct="1"/>
            <a:r>
              <a:rPr lang="es-ES" altLang="es-HN" sz="1600" b="1"/>
              <a:t>PLANTILLA CORRECIÓN. </a:t>
            </a:r>
            <a:r>
              <a:rPr lang="es-ES" altLang="es-HN" sz="1600"/>
              <a:t>Consta de 75 casillas con las respuestas correctas.</a:t>
            </a:r>
          </a:p>
          <a:p>
            <a:pPr eaLnBrk="1" hangingPunct="1"/>
            <a:endParaRPr lang="es-MX" altLang="es-HN" sz="1600"/>
          </a:p>
          <a:p>
            <a:pPr eaLnBrk="1" hangingPunct="1">
              <a:buFont typeface="Wingdings" panose="05000000000000000000" pitchFamily="2" charset="2"/>
              <a:buNone/>
            </a:pPr>
            <a:endParaRPr lang="es-ES" altLang="es-HN" sz="1600"/>
          </a:p>
          <a:p>
            <a:pPr eaLnBrk="1" hangingPunct="1">
              <a:buFont typeface="Wingdings" panose="05000000000000000000" pitchFamily="2" charset="2"/>
              <a:buNone/>
            </a:pPr>
            <a:endParaRPr lang="es-ES" altLang="es-HN" sz="1600"/>
          </a:p>
          <a:p>
            <a:pPr eaLnBrk="1" hangingPunct="1">
              <a:buFont typeface="Wingdings" panose="05000000000000000000" pitchFamily="2" charset="2"/>
              <a:buNone/>
            </a:pPr>
            <a:endParaRPr lang="es-ES" altLang="es-HN" sz="1400"/>
          </a:p>
        </p:txBody>
      </p:sp>
      <p:pic>
        <p:nvPicPr>
          <p:cNvPr id="3" name="Imagen 2">
            <a:extLst>
              <a:ext uri="{FF2B5EF4-FFF2-40B4-BE49-F238E27FC236}">
                <a16:creationId xmlns:a16="http://schemas.microsoft.com/office/drawing/2014/main" id="{F12FA832-FFD0-BDCB-2067-00EBA10A2355}"/>
              </a:ext>
            </a:extLst>
          </p:cNvPr>
          <p:cNvPicPr>
            <a:picLocks noChangeAspect="1"/>
          </p:cNvPicPr>
          <p:nvPr/>
        </p:nvPicPr>
        <p:blipFill>
          <a:blip r:embed="rId2"/>
          <a:stretch>
            <a:fillRect/>
          </a:stretch>
        </p:blipFill>
        <p:spPr>
          <a:xfrm>
            <a:off x="451010" y="1617017"/>
            <a:ext cx="1971950" cy="4620270"/>
          </a:xfrm>
          <a:prstGeom prst="rect">
            <a:avLst/>
          </a:prstGeom>
        </p:spPr>
      </p:pic>
      <p:pic>
        <p:nvPicPr>
          <p:cNvPr id="7" name="Imagen 6">
            <a:extLst>
              <a:ext uri="{FF2B5EF4-FFF2-40B4-BE49-F238E27FC236}">
                <a16:creationId xmlns:a16="http://schemas.microsoft.com/office/drawing/2014/main" id="{AED7BE5C-7C6B-226B-A263-B8D2ED479820}"/>
              </a:ext>
            </a:extLst>
          </p:cNvPr>
          <p:cNvPicPr>
            <a:picLocks noChangeAspect="1"/>
          </p:cNvPicPr>
          <p:nvPr/>
        </p:nvPicPr>
        <p:blipFill>
          <a:blip r:embed="rId3"/>
          <a:stretch>
            <a:fillRect/>
          </a:stretch>
        </p:blipFill>
        <p:spPr>
          <a:xfrm>
            <a:off x="2405092" y="1488411"/>
            <a:ext cx="1247949" cy="4877481"/>
          </a:xfrm>
          <a:prstGeom prst="rect">
            <a:avLst/>
          </a:prstGeom>
        </p:spPr>
      </p:pic>
      <p:pic>
        <p:nvPicPr>
          <p:cNvPr id="9" name="Imagen 8">
            <a:extLst>
              <a:ext uri="{FF2B5EF4-FFF2-40B4-BE49-F238E27FC236}">
                <a16:creationId xmlns:a16="http://schemas.microsoft.com/office/drawing/2014/main" id="{83DD2D9F-E408-9234-AC6B-4882A1B5EE3E}"/>
              </a:ext>
            </a:extLst>
          </p:cNvPr>
          <p:cNvPicPr>
            <a:picLocks noChangeAspect="1"/>
          </p:cNvPicPr>
          <p:nvPr/>
        </p:nvPicPr>
        <p:blipFill>
          <a:blip r:embed="rId4"/>
          <a:srcRect b="5653"/>
          <a:stretch/>
        </p:blipFill>
        <p:spPr>
          <a:xfrm rot="10800000">
            <a:off x="3695576" y="1844823"/>
            <a:ext cx="1752845" cy="3801830"/>
          </a:xfrm>
          <a:prstGeom prst="rect">
            <a:avLst/>
          </a:prstGeom>
        </p:spPr>
      </p:pic>
      <p:pic>
        <p:nvPicPr>
          <p:cNvPr id="11" name="Imagen 10">
            <a:extLst>
              <a:ext uri="{FF2B5EF4-FFF2-40B4-BE49-F238E27FC236}">
                <a16:creationId xmlns:a16="http://schemas.microsoft.com/office/drawing/2014/main" id="{CBBA8609-2F0A-46F4-39B1-05B11D61A2FB}"/>
              </a:ext>
            </a:extLst>
          </p:cNvPr>
          <p:cNvPicPr>
            <a:picLocks noChangeAspect="1"/>
          </p:cNvPicPr>
          <p:nvPr/>
        </p:nvPicPr>
        <p:blipFill>
          <a:blip r:embed="rId5"/>
          <a:stretch>
            <a:fillRect/>
          </a:stretch>
        </p:blipFill>
        <p:spPr>
          <a:xfrm rot="10800000">
            <a:off x="5629508" y="1617017"/>
            <a:ext cx="1238423" cy="4277322"/>
          </a:xfrm>
          <a:prstGeom prst="rect">
            <a:avLst/>
          </a:prstGeom>
        </p:spPr>
      </p:pic>
      <p:pic>
        <p:nvPicPr>
          <p:cNvPr id="13" name="Imagen 12">
            <a:extLst>
              <a:ext uri="{FF2B5EF4-FFF2-40B4-BE49-F238E27FC236}">
                <a16:creationId xmlns:a16="http://schemas.microsoft.com/office/drawing/2014/main" id="{E9591C05-0204-472A-5C52-814E76AACC63}"/>
              </a:ext>
            </a:extLst>
          </p:cNvPr>
          <p:cNvPicPr>
            <a:picLocks noChangeAspect="1"/>
          </p:cNvPicPr>
          <p:nvPr/>
        </p:nvPicPr>
        <p:blipFill>
          <a:blip r:embed="rId6"/>
          <a:stretch>
            <a:fillRect/>
          </a:stretch>
        </p:blipFill>
        <p:spPr>
          <a:xfrm rot="10800000">
            <a:off x="7510345" y="2097683"/>
            <a:ext cx="1238423" cy="16480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6 Imagen" descr="wobderlic.gif">
            <a:extLst>
              <a:ext uri="{FF2B5EF4-FFF2-40B4-BE49-F238E27FC236}">
                <a16:creationId xmlns:a16="http://schemas.microsoft.com/office/drawing/2014/main" id="{665FCC13-954D-FFA8-5554-94ED259BCE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251520" y="0"/>
            <a:ext cx="8229600" cy="5918825"/>
          </a:xfrm>
          <a:prstGeom prst="rect">
            <a:avLst/>
          </a:prstGeom>
          <a:solidFill>
            <a:srgbClr val="FFFFFF"/>
          </a:solid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a 4">
            <a:extLst>
              <a:ext uri="{FF2B5EF4-FFF2-40B4-BE49-F238E27FC236}">
                <a16:creationId xmlns:a16="http://schemas.microsoft.com/office/drawing/2014/main" id="{03C75BAF-70B2-BFF0-FDCC-1345C1ED47D6}"/>
              </a:ext>
            </a:extLst>
          </p:cNvPr>
          <p:cNvGraphicFramePr>
            <a:graphicFrameLocks noGrp="1"/>
          </p:cNvGraphicFramePr>
          <p:nvPr>
            <p:extLst>
              <p:ext uri="{D42A27DB-BD31-4B8C-83A1-F6EECF244321}">
                <p14:modId xmlns:p14="http://schemas.microsoft.com/office/powerpoint/2010/main" val="2857541981"/>
              </p:ext>
            </p:extLst>
          </p:nvPr>
        </p:nvGraphicFramePr>
        <p:xfrm>
          <a:off x="1259632" y="5949280"/>
          <a:ext cx="1152128" cy="836634"/>
        </p:xfrm>
        <a:graphic>
          <a:graphicData uri="http://schemas.openxmlformats.org/drawingml/2006/table">
            <a:tbl>
              <a:tblPr firstRow="1" bandRow="1">
                <a:tableStyleId>{5940675A-B579-460E-94D1-54222C63F5DA}</a:tableStyleId>
              </a:tblPr>
              <a:tblGrid>
                <a:gridCol w="504056">
                  <a:extLst>
                    <a:ext uri="{9D8B030D-6E8A-4147-A177-3AD203B41FA5}">
                      <a16:colId xmlns:a16="http://schemas.microsoft.com/office/drawing/2014/main" val="1017251958"/>
                    </a:ext>
                  </a:extLst>
                </a:gridCol>
                <a:gridCol w="648072">
                  <a:extLst>
                    <a:ext uri="{9D8B030D-6E8A-4147-A177-3AD203B41FA5}">
                      <a16:colId xmlns:a16="http://schemas.microsoft.com/office/drawing/2014/main" val="393175874"/>
                    </a:ext>
                  </a:extLst>
                </a:gridCol>
              </a:tblGrid>
              <a:tr h="278878">
                <a:tc>
                  <a:txBody>
                    <a:bodyPr/>
                    <a:lstStyle/>
                    <a:p>
                      <a:r>
                        <a:rPr lang="es-HN" sz="1200" dirty="0"/>
                        <a:t>20</a:t>
                      </a:r>
                    </a:p>
                  </a:txBody>
                  <a:tcPr>
                    <a:solidFill>
                      <a:schemeClr val="accent3">
                        <a:lumMod val="75000"/>
                      </a:schemeClr>
                    </a:solidFill>
                  </a:tcPr>
                </a:tc>
                <a:tc>
                  <a:txBody>
                    <a:bodyPr/>
                    <a:lstStyle/>
                    <a:p>
                      <a:r>
                        <a:rPr lang="es-HN" sz="1200" dirty="0"/>
                        <a:t>3</a:t>
                      </a:r>
                    </a:p>
                  </a:txBody>
                  <a:tcPr/>
                </a:tc>
                <a:extLst>
                  <a:ext uri="{0D108BD9-81ED-4DB2-BD59-A6C34878D82A}">
                    <a16:rowId xmlns:a16="http://schemas.microsoft.com/office/drawing/2014/main" val="1936123027"/>
                  </a:ext>
                </a:extLst>
              </a:tr>
              <a:tr h="278878">
                <a:tc>
                  <a:txBody>
                    <a:bodyPr/>
                    <a:lstStyle/>
                    <a:p>
                      <a:r>
                        <a:rPr lang="es-HN" sz="1200" dirty="0"/>
                        <a:t>21</a:t>
                      </a:r>
                    </a:p>
                  </a:txBody>
                  <a:tcPr>
                    <a:solidFill>
                      <a:schemeClr val="accent3">
                        <a:lumMod val="75000"/>
                      </a:schemeClr>
                    </a:solidFill>
                  </a:tcPr>
                </a:tc>
                <a:tc>
                  <a:txBody>
                    <a:bodyPr/>
                    <a:lstStyle/>
                    <a:p>
                      <a:r>
                        <a:rPr lang="es-HN" sz="1200" dirty="0"/>
                        <a:t>3</a:t>
                      </a:r>
                    </a:p>
                  </a:txBody>
                  <a:tcPr/>
                </a:tc>
                <a:extLst>
                  <a:ext uri="{0D108BD9-81ED-4DB2-BD59-A6C34878D82A}">
                    <a16:rowId xmlns:a16="http://schemas.microsoft.com/office/drawing/2014/main" val="1249966389"/>
                  </a:ext>
                </a:extLst>
              </a:tr>
              <a:tr h="278878">
                <a:tc>
                  <a:txBody>
                    <a:bodyPr/>
                    <a:lstStyle/>
                    <a:p>
                      <a:r>
                        <a:rPr lang="es-HN" sz="1200" dirty="0"/>
                        <a:t>22</a:t>
                      </a:r>
                    </a:p>
                  </a:txBody>
                  <a:tcPr>
                    <a:solidFill>
                      <a:schemeClr val="accent3">
                        <a:lumMod val="75000"/>
                      </a:schemeClr>
                    </a:solidFill>
                  </a:tcPr>
                </a:tc>
                <a:tc>
                  <a:txBody>
                    <a:bodyPr/>
                    <a:lstStyle/>
                    <a:p>
                      <a:r>
                        <a:rPr lang="es-HN" sz="1200" dirty="0"/>
                        <a:t>40</a:t>
                      </a:r>
                    </a:p>
                  </a:txBody>
                  <a:tcPr/>
                </a:tc>
                <a:extLst>
                  <a:ext uri="{0D108BD9-81ED-4DB2-BD59-A6C34878D82A}">
                    <a16:rowId xmlns:a16="http://schemas.microsoft.com/office/drawing/2014/main" val="3181707843"/>
                  </a:ext>
                </a:extLst>
              </a:tr>
            </a:tbl>
          </a:graphicData>
        </a:graphic>
      </p:graphicFrame>
    </p:spTree>
    <p:extLst>
      <p:ext uri="{BB962C8B-B14F-4D97-AF65-F5344CB8AC3E}">
        <p14:creationId xmlns:p14="http://schemas.microsoft.com/office/powerpoint/2010/main" val="2284293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1 Título">
            <a:extLst>
              <a:ext uri="{FF2B5EF4-FFF2-40B4-BE49-F238E27FC236}">
                <a16:creationId xmlns:a16="http://schemas.microsoft.com/office/drawing/2014/main" id="{842F4CCA-5848-1C0D-E09D-9D86EC411C12}"/>
              </a:ext>
            </a:extLst>
          </p:cNvPr>
          <p:cNvSpPr>
            <a:spLocks noGrp="1"/>
          </p:cNvSpPr>
          <p:nvPr>
            <p:ph type="title"/>
          </p:nvPr>
        </p:nvSpPr>
        <p:spPr>
          <a:xfrm>
            <a:off x="457200" y="122238"/>
            <a:ext cx="7543800" cy="377825"/>
          </a:xfrm>
        </p:spPr>
        <p:txBody>
          <a:bodyPr/>
          <a:lstStyle/>
          <a:p>
            <a:pPr algn="ctr"/>
            <a:r>
              <a:rPr lang="es-ES" altLang="es-HN" sz="2400"/>
              <a:t>Corrección e Interpretación</a:t>
            </a:r>
          </a:p>
        </p:txBody>
      </p:sp>
      <p:sp>
        <p:nvSpPr>
          <p:cNvPr id="14339" name="2 Marcador de contenido">
            <a:extLst>
              <a:ext uri="{FF2B5EF4-FFF2-40B4-BE49-F238E27FC236}">
                <a16:creationId xmlns:a16="http://schemas.microsoft.com/office/drawing/2014/main" id="{79BD8ED5-B72B-A72B-B8FD-6453353D502C}"/>
              </a:ext>
            </a:extLst>
          </p:cNvPr>
          <p:cNvSpPr>
            <a:spLocks noGrp="1"/>
          </p:cNvSpPr>
          <p:nvPr>
            <p:ph idx="1"/>
          </p:nvPr>
        </p:nvSpPr>
        <p:spPr>
          <a:xfrm>
            <a:off x="500063" y="357188"/>
            <a:ext cx="8229600" cy="4411662"/>
          </a:xfrm>
        </p:spPr>
        <p:txBody>
          <a:bodyPr/>
          <a:lstStyle/>
          <a:p>
            <a:pPr eaLnBrk="1" hangingPunct="1">
              <a:buFont typeface="Wingdings" panose="05000000000000000000" pitchFamily="2" charset="2"/>
              <a:buNone/>
            </a:pPr>
            <a:endParaRPr lang="en-US" altLang="es-HN" sz="1600" b="1"/>
          </a:p>
          <a:p>
            <a:r>
              <a:rPr lang="es-ES" altLang="es-HN" sz="1600"/>
              <a:t>Se corrigen las respuestas dando </a:t>
            </a:r>
            <a:r>
              <a:rPr lang="es-ES" altLang="es-HN" sz="1600" b="1" u="sng"/>
              <a:t>1 punto por cada respuesta correcta</a:t>
            </a:r>
            <a:r>
              <a:rPr lang="es-ES" altLang="es-HN" sz="1600"/>
              <a:t>. Se </a:t>
            </a:r>
          </a:p>
          <a:p>
            <a:pPr>
              <a:buFont typeface="Wingdings" panose="05000000000000000000" pitchFamily="2" charset="2"/>
              <a:buNone/>
            </a:pPr>
            <a:r>
              <a:rPr lang="es-ES" altLang="es-HN" sz="1600"/>
              <a:t>	suman todas las respuestas y se pasa a la siguiente tabla de interpretación.</a:t>
            </a:r>
          </a:p>
          <a:p>
            <a:endParaRPr lang="es-MX" altLang="es-HN" sz="1600"/>
          </a:p>
          <a:p>
            <a:endParaRPr lang="es-MX" altLang="es-HN" sz="1600"/>
          </a:p>
          <a:p>
            <a:endParaRPr lang="es-MX" altLang="es-HN" sz="1600"/>
          </a:p>
          <a:p>
            <a:endParaRPr lang="es-ES" altLang="es-HN" sz="1600"/>
          </a:p>
          <a:p>
            <a:endParaRPr lang="es-MX" altLang="es-HN" sz="1600"/>
          </a:p>
          <a:p>
            <a:pPr>
              <a:buFont typeface="Wingdings" panose="05000000000000000000" pitchFamily="2" charset="2"/>
              <a:buNone/>
            </a:pPr>
            <a:endParaRPr lang="es-ES" altLang="es-HN" sz="1600"/>
          </a:p>
        </p:txBody>
      </p:sp>
      <p:pic>
        <p:nvPicPr>
          <p:cNvPr id="14340" name="5 Imagen" descr="won.gif">
            <a:extLst>
              <a:ext uri="{FF2B5EF4-FFF2-40B4-BE49-F238E27FC236}">
                <a16:creationId xmlns:a16="http://schemas.microsoft.com/office/drawing/2014/main" id="{408D6E6B-2050-C520-653B-DA3AEB54254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1476375"/>
            <a:ext cx="6480175" cy="538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Red">
  <a:themeElements>
    <a:clrScheme name="Red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Re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Red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Red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Red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Red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Red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Red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Red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Red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Red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Red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Network</Template>
  <TotalTime>187</TotalTime>
  <Words>637</Words>
  <Application>Microsoft Office PowerPoint</Application>
  <PresentationFormat>Presentación en pantalla (4:3)</PresentationFormat>
  <Paragraphs>59</Paragraphs>
  <Slides>10</Slides>
  <Notes>2</Notes>
  <HiddenSlides>1</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10</vt:i4>
      </vt:variant>
    </vt:vector>
  </HeadingPairs>
  <TitlesOfParts>
    <vt:vector size="13" baseType="lpstr">
      <vt:lpstr>Arial</vt:lpstr>
      <vt:lpstr>Wingdings</vt:lpstr>
      <vt:lpstr>Red</vt:lpstr>
      <vt:lpstr>MANUAL  TEST   WONDERLIC</vt:lpstr>
      <vt:lpstr>Descripción WPT</vt:lpstr>
      <vt:lpstr>Confiabilidad y validez</vt:lpstr>
      <vt:lpstr>Contenido</vt:lpstr>
      <vt:lpstr>Qué Mide</vt:lpstr>
      <vt:lpstr>Consigna de Aplicación</vt:lpstr>
      <vt:lpstr>Material de Aplicación</vt:lpstr>
      <vt:lpstr>Material de Aplicación</vt:lpstr>
      <vt:lpstr>Presentación de PowerPoint</vt:lpstr>
      <vt:lpstr>Corrección e Interpretación</vt:lpstr>
    </vt:vector>
  </TitlesOfParts>
  <Company>Centro Psicólogos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CORRECTOR DISC</dc:title>
  <dc:creator>Moisés España</dc:creator>
  <cp:lastModifiedBy>Tessy Maricela Solórzano Flores</cp:lastModifiedBy>
  <cp:revision>35</cp:revision>
  <dcterms:created xsi:type="dcterms:W3CDTF">2008-02-12T02:31:38Z</dcterms:created>
  <dcterms:modified xsi:type="dcterms:W3CDTF">2025-03-10T04:24:39Z</dcterms:modified>
</cp:coreProperties>
</file>